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4"/>
  </p:sldMasterIdLst>
  <p:notesMasterIdLst>
    <p:notesMasterId r:id="rId54"/>
  </p:notesMasterIdLst>
  <p:handoutMasterIdLst>
    <p:handoutMasterId r:id="rId55"/>
  </p:handoutMasterIdLst>
  <p:sldIdLst>
    <p:sldId id="257" r:id="rId5"/>
    <p:sldId id="2134808548" r:id="rId6"/>
    <p:sldId id="2134808554" r:id="rId7"/>
    <p:sldId id="2134808551" r:id="rId8"/>
    <p:sldId id="2134808549" r:id="rId9"/>
    <p:sldId id="2134808550" r:id="rId10"/>
    <p:sldId id="2134808552" r:id="rId11"/>
    <p:sldId id="2134808555" r:id="rId12"/>
    <p:sldId id="2134808553" r:id="rId13"/>
    <p:sldId id="2134808556" r:id="rId14"/>
    <p:sldId id="2134808557" r:id="rId15"/>
    <p:sldId id="2134808558" r:id="rId16"/>
    <p:sldId id="2134808560" r:id="rId17"/>
    <p:sldId id="2134808561" r:id="rId18"/>
    <p:sldId id="2134808562" r:id="rId19"/>
    <p:sldId id="2134808563" r:id="rId20"/>
    <p:sldId id="2134808564" r:id="rId21"/>
    <p:sldId id="2134808565" r:id="rId22"/>
    <p:sldId id="2134808566" r:id="rId23"/>
    <p:sldId id="2134808567" r:id="rId24"/>
    <p:sldId id="2134808568" r:id="rId25"/>
    <p:sldId id="2134808569" r:id="rId26"/>
    <p:sldId id="2134808570" r:id="rId27"/>
    <p:sldId id="2134808571" r:id="rId28"/>
    <p:sldId id="2134808572" r:id="rId29"/>
    <p:sldId id="2134808573" r:id="rId30"/>
    <p:sldId id="2134808574" r:id="rId31"/>
    <p:sldId id="2134808575" r:id="rId32"/>
    <p:sldId id="2134808576" r:id="rId33"/>
    <p:sldId id="2134808577" r:id="rId34"/>
    <p:sldId id="2134808578" r:id="rId35"/>
    <p:sldId id="2134808579" r:id="rId36"/>
    <p:sldId id="2134808580" r:id="rId37"/>
    <p:sldId id="2134808581" r:id="rId38"/>
    <p:sldId id="2134808582" r:id="rId39"/>
    <p:sldId id="2134808583" r:id="rId40"/>
    <p:sldId id="2134808584" r:id="rId41"/>
    <p:sldId id="2134808585" r:id="rId42"/>
    <p:sldId id="2134808586" r:id="rId43"/>
    <p:sldId id="2134808587" r:id="rId44"/>
    <p:sldId id="2134808588" r:id="rId45"/>
    <p:sldId id="2134808589" r:id="rId46"/>
    <p:sldId id="2134808559" r:id="rId47"/>
    <p:sldId id="2134808590" r:id="rId48"/>
    <p:sldId id="2134808591" r:id="rId49"/>
    <p:sldId id="2134808592" r:id="rId50"/>
    <p:sldId id="2134808593" r:id="rId51"/>
    <p:sldId id="2134808594" r:id="rId52"/>
    <p:sldId id="1948" r:id="rId53"/>
  </p:sldIdLst>
  <p:sldSz cx="14630400" cy="8229600"/>
  <p:notesSz cx="6858000" cy="9144000"/>
  <p:defaultTextStyle>
    <a:defPPr>
      <a:defRPr lang="en-US"/>
    </a:defPPr>
    <a:lvl1pPr marL="0" algn="l" defTabSz="1365306" rtl="0" eaLnBrk="1" latinLnBrk="0" hangingPunct="1">
      <a:defRPr sz="2800" kern="1200">
        <a:solidFill>
          <a:schemeClr val="tx1"/>
        </a:solidFill>
        <a:latin typeface="+mn-lt"/>
        <a:ea typeface="+mn-ea"/>
        <a:cs typeface="+mn-cs"/>
      </a:defRPr>
    </a:lvl1pPr>
    <a:lvl2pPr marL="682652" algn="l" defTabSz="1365306" rtl="0" eaLnBrk="1" latinLnBrk="0" hangingPunct="1">
      <a:defRPr sz="2800" kern="1200">
        <a:solidFill>
          <a:schemeClr val="tx1"/>
        </a:solidFill>
        <a:latin typeface="+mn-lt"/>
        <a:ea typeface="+mn-ea"/>
        <a:cs typeface="+mn-cs"/>
      </a:defRPr>
    </a:lvl2pPr>
    <a:lvl3pPr marL="1365306" algn="l" defTabSz="1365306" rtl="0" eaLnBrk="1" latinLnBrk="0" hangingPunct="1">
      <a:defRPr sz="2800" kern="1200">
        <a:solidFill>
          <a:schemeClr val="tx1"/>
        </a:solidFill>
        <a:latin typeface="+mn-lt"/>
        <a:ea typeface="+mn-ea"/>
        <a:cs typeface="+mn-cs"/>
      </a:defRPr>
    </a:lvl3pPr>
    <a:lvl4pPr marL="2047958" algn="l" defTabSz="1365306" rtl="0" eaLnBrk="1" latinLnBrk="0" hangingPunct="1">
      <a:defRPr sz="2800" kern="1200">
        <a:solidFill>
          <a:schemeClr val="tx1"/>
        </a:solidFill>
        <a:latin typeface="+mn-lt"/>
        <a:ea typeface="+mn-ea"/>
        <a:cs typeface="+mn-cs"/>
      </a:defRPr>
    </a:lvl4pPr>
    <a:lvl5pPr marL="2730612" algn="l" defTabSz="1365306" rtl="0" eaLnBrk="1" latinLnBrk="0" hangingPunct="1">
      <a:defRPr sz="2800" kern="1200">
        <a:solidFill>
          <a:schemeClr val="tx1"/>
        </a:solidFill>
        <a:latin typeface="+mn-lt"/>
        <a:ea typeface="+mn-ea"/>
        <a:cs typeface="+mn-cs"/>
      </a:defRPr>
    </a:lvl5pPr>
    <a:lvl6pPr marL="3413266" algn="l" defTabSz="1365306" rtl="0" eaLnBrk="1" latinLnBrk="0" hangingPunct="1">
      <a:defRPr sz="2800" kern="1200">
        <a:solidFill>
          <a:schemeClr val="tx1"/>
        </a:solidFill>
        <a:latin typeface="+mn-lt"/>
        <a:ea typeface="+mn-ea"/>
        <a:cs typeface="+mn-cs"/>
      </a:defRPr>
    </a:lvl6pPr>
    <a:lvl7pPr marL="4095918" algn="l" defTabSz="1365306" rtl="0" eaLnBrk="1" latinLnBrk="0" hangingPunct="1">
      <a:defRPr sz="2800" kern="1200">
        <a:solidFill>
          <a:schemeClr val="tx1"/>
        </a:solidFill>
        <a:latin typeface="+mn-lt"/>
        <a:ea typeface="+mn-ea"/>
        <a:cs typeface="+mn-cs"/>
      </a:defRPr>
    </a:lvl7pPr>
    <a:lvl8pPr marL="4778572" algn="l" defTabSz="1365306" rtl="0" eaLnBrk="1" latinLnBrk="0" hangingPunct="1">
      <a:defRPr sz="2800" kern="1200">
        <a:solidFill>
          <a:schemeClr val="tx1"/>
        </a:solidFill>
        <a:latin typeface="+mn-lt"/>
        <a:ea typeface="+mn-ea"/>
        <a:cs typeface="+mn-cs"/>
      </a:defRPr>
    </a:lvl8pPr>
    <a:lvl9pPr marL="5461224" algn="l" defTabSz="1365306"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userDrawn="1">
          <p15:clr>
            <a:srgbClr val="A4A3A4"/>
          </p15:clr>
        </p15:guide>
        <p15:guide id="2" pos="46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CECEC"/>
    <a:srgbClr val="383431"/>
    <a:srgbClr val="349400"/>
    <a:srgbClr val="0070AD"/>
    <a:srgbClr val="3A7290"/>
    <a:srgbClr val="007EAF"/>
    <a:srgbClr val="0093DD"/>
    <a:srgbClr val="199CFF"/>
    <a:srgbClr val="FF8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84271-DB1A-4754-B9F1-E40E2B4B4700}" v="11" dt="2022-02-23T04:01:03.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01" autoAdjust="0"/>
    <p:restoredTop sz="94660"/>
  </p:normalViewPr>
  <p:slideViewPr>
    <p:cSldViewPr snapToGrid="0">
      <p:cViewPr varScale="1">
        <p:scale>
          <a:sx n="52" d="100"/>
          <a:sy n="52" d="100"/>
        </p:scale>
        <p:origin x="428" y="48"/>
      </p:cViewPr>
      <p:guideLst>
        <p:guide orient="horz" pos="2592"/>
        <p:guide pos="460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Guhan" userId="40083df7-9394-43a8-9303-1624a548223f" providerId="ADAL" clId="{1E184271-DB1A-4754-B9F1-E40E2B4B4700}"/>
    <pc:docChg chg="undo custSel addSld delSld modSld sldOrd">
      <pc:chgData name="P, Guhan" userId="40083df7-9394-43a8-9303-1624a548223f" providerId="ADAL" clId="{1E184271-DB1A-4754-B9F1-E40E2B4B4700}" dt="2022-02-23T04:12:28.410" v="124" actId="47"/>
      <pc:docMkLst>
        <pc:docMk/>
      </pc:docMkLst>
      <pc:sldChg chg="modSp mod">
        <pc:chgData name="P, Guhan" userId="40083df7-9394-43a8-9303-1624a548223f" providerId="ADAL" clId="{1E184271-DB1A-4754-B9F1-E40E2B4B4700}" dt="2022-02-23T04:12:02.311" v="113" actId="6549"/>
        <pc:sldMkLst>
          <pc:docMk/>
          <pc:sldMk cId="0" sldId="257"/>
        </pc:sldMkLst>
        <pc:spChg chg="mod">
          <ac:chgData name="P, Guhan" userId="40083df7-9394-43a8-9303-1624a548223f" providerId="ADAL" clId="{1E184271-DB1A-4754-B9F1-E40E2B4B4700}" dt="2022-02-23T04:11:50.572" v="100" actId="6549"/>
          <ac:spMkLst>
            <pc:docMk/>
            <pc:sldMk cId="0" sldId="257"/>
            <ac:spMk id="6" creationId="{72C9F7A5-BEB2-4445-A86F-1993FF644337}"/>
          </ac:spMkLst>
        </pc:spChg>
        <pc:spChg chg="mod">
          <ac:chgData name="P, Guhan" userId="40083df7-9394-43a8-9303-1624a548223f" providerId="ADAL" clId="{1E184271-DB1A-4754-B9F1-E40E2B4B4700}" dt="2022-02-23T04:12:02.311" v="113" actId="6549"/>
          <ac:spMkLst>
            <pc:docMk/>
            <pc:sldMk cId="0" sldId="257"/>
            <ac:spMk id="7" creationId="{08A1BC91-B99E-4E0A-A4C4-3280D8D57DD2}"/>
          </ac:spMkLst>
        </pc:spChg>
      </pc:sldChg>
      <pc:sldChg chg="del">
        <pc:chgData name="P, Guhan" userId="40083df7-9394-43a8-9303-1624a548223f" providerId="ADAL" clId="{1E184271-DB1A-4754-B9F1-E40E2B4B4700}" dt="2022-02-23T03:47:46.242" v="21" actId="2696"/>
        <pc:sldMkLst>
          <pc:docMk/>
          <pc:sldMk cId="201423844" sldId="266"/>
        </pc:sldMkLst>
      </pc:sldChg>
      <pc:sldChg chg="del">
        <pc:chgData name="P, Guhan" userId="40083df7-9394-43a8-9303-1624a548223f" providerId="ADAL" clId="{1E184271-DB1A-4754-B9F1-E40E2B4B4700}" dt="2022-02-23T03:47:46.242" v="21" actId="2696"/>
        <pc:sldMkLst>
          <pc:docMk/>
          <pc:sldMk cId="3247290330" sldId="268"/>
        </pc:sldMkLst>
      </pc:sldChg>
      <pc:sldChg chg="del">
        <pc:chgData name="P, Guhan" userId="40083df7-9394-43a8-9303-1624a548223f" providerId="ADAL" clId="{1E184271-DB1A-4754-B9F1-E40E2B4B4700}" dt="2022-02-23T03:47:46.242" v="21" actId="2696"/>
        <pc:sldMkLst>
          <pc:docMk/>
          <pc:sldMk cId="968896873" sldId="270"/>
        </pc:sldMkLst>
      </pc:sldChg>
      <pc:sldChg chg="del">
        <pc:chgData name="P, Guhan" userId="40083df7-9394-43a8-9303-1624a548223f" providerId="ADAL" clId="{1E184271-DB1A-4754-B9F1-E40E2B4B4700}" dt="2022-02-23T03:47:46.242" v="21" actId="2696"/>
        <pc:sldMkLst>
          <pc:docMk/>
          <pc:sldMk cId="3821422252" sldId="272"/>
        </pc:sldMkLst>
      </pc:sldChg>
      <pc:sldChg chg="del">
        <pc:chgData name="P, Guhan" userId="40083df7-9394-43a8-9303-1624a548223f" providerId="ADAL" clId="{1E184271-DB1A-4754-B9F1-E40E2B4B4700}" dt="2022-02-23T03:47:46.242" v="21" actId="2696"/>
        <pc:sldMkLst>
          <pc:docMk/>
          <pc:sldMk cId="556199834" sldId="273"/>
        </pc:sldMkLst>
      </pc:sldChg>
      <pc:sldChg chg="del">
        <pc:chgData name="P, Guhan" userId="40083df7-9394-43a8-9303-1624a548223f" providerId="ADAL" clId="{1E184271-DB1A-4754-B9F1-E40E2B4B4700}" dt="2022-02-23T03:47:46.242" v="21" actId="2696"/>
        <pc:sldMkLst>
          <pc:docMk/>
          <pc:sldMk cId="3927303985" sldId="274"/>
        </pc:sldMkLst>
      </pc:sldChg>
      <pc:sldChg chg="del">
        <pc:chgData name="P, Guhan" userId="40083df7-9394-43a8-9303-1624a548223f" providerId="ADAL" clId="{1E184271-DB1A-4754-B9F1-E40E2B4B4700}" dt="2022-02-23T03:47:46.242" v="21" actId="2696"/>
        <pc:sldMkLst>
          <pc:docMk/>
          <pc:sldMk cId="3678367983" sldId="275"/>
        </pc:sldMkLst>
      </pc:sldChg>
      <pc:sldChg chg="del">
        <pc:chgData name="P, Guhan" userId="40083df7-9394-43a8-9303-1624a548223f" providerId="ADAL" clId="{1E184271-DB1A-4754-B9F1-E40E2B4B4700}" dt="2022-02-23T03:47:46.242" v="21" actId="2696"/>
        <pc:sldMkLst>
          <pc:docMk/>
          <pc:sldMk cId="3082561168" sldId="276"/>
        </pc:sldMkLst>
      </pc:sldChg>
      <pc:sldChg chg="del">
        <pc:chgData name="P, Guhan" userId="40083df7-9394-43a8-9303-1624a548223f" providerId="ADAL" clId="{1E184271-DB1A-4754-B9F1-E40E2B4B4700}" dt="2022-02-23T03:47:46.242" v="21" actId="2696"/>
        <pc:sldMkLst>
          <pc:docMk/>
          <pc:sldMk cId="2324380175" sldId="277"/>
        </pc:sldMkLst>
      </pc:sldChg>
      <pc:sldChg chg="del">
        <pc:chgData name="P, Guhan" userId="40083df7-9394-43a8-9303-1624a548223f" providerId="ADAL" clId="{1E184271-DB1A-4754-B9F1-E40E2B4B4700}" dt="2022-02-23T03:47:47.744" v="22" actId="47"/>
        <pc:sldMkLst>
          <pc:docMk/>
          <pc:sldMk cId="0" sldId="278"/>
        </pc:sldMkLst>
      </pc:sldChg>
      <pc:sldChg chg="modSp del mod">
        <pc:chgData name="P, Guhan" userId="40083df7-9394-43a8-9303-1624a548223f" providerId="ADAL" clId="{1E184271-DB1A-4754-B9F1-E40E2B4B4700}" dt="2022-02-23T04:12:26.042" v="121" actId="47"/>
        <pc:sldMkLst>
          <pc:docMk/>
          <pc:sldMk cId="1046802449" sldId="1785"/>
        </pc:sldMkLst>
        <pc:spChg chg="mod">
          <ac:chgData name="P, Guhan" userId="40083df7-9394-43a8-9303-1624a548223f" providerId="ADAL" clId="{1E184271-DB1A-4754-B9F1-E40E2B4B4700}" dt="2022-02-23T04:02:50.600" v="99" actId="20577"/>
          <ac:spMkLst>
            <pc:docMk/>
            <pc:sldMk cId="1046802449" sldId="1785"/>
            <ac:spMk id="3" creationId="{345443CB-50E7-4663-83E9-8C50C7234F25}"/>
          </ac:spMkLst>
        </pc:spChg>
      </pc:sldChg>
      <pc:sldChg chg="del">
        <pc:chgData name="P, Guhan" userId="40083df7-9394-43a8-9303-1624a548223f" providerId="ADAL" clId="{1E184271-DB1A-4754-B9F1-E40E2B4B4700}" dt="2022-02-23T04:12:27.429" v="123" actId="47"/>
        <pc:sldMkLst>
          <pc:docMk/>
          <pc:sldMk cId="1088442392" sldId="1815"/>
        </pc:sldMkLst>
      </pc:sldChg>
      <pc:sldChg chg="del">
        <pc:chgData name="P, Guhan" userId="40083df7-9394-43a8-9303-1624a548223f" providerId="ADAL" clId="{1E184271-DB1A-4754-B9F1-E40E2B4B4700}" dt="2022-02-23T04:12:28.410" v="124" actId="47"/>
        <pc:sldMkLst>
          <pc:docMk/>
          <pc:sldMk cId="2937155004" sldId="1816"/>
        </pc:sldMkLst>
      </pc:sldChg>
      <pc:sldChg chg="del">
        <pc:chgData name="P, Guhan" userId="40083df7-9394-43a8-9303-1624a548223f" providerId="ADAL" clId="{1E184271-DB1A-4754-B9F1-E40E2B4B4700}" dt="2022-02-23T03:47:46.242" v="21" actId="2696"/>
        <pc:sldMkLst>
          <pc:docMk/>
          <pc:sldMk cId="0" sldId="1946"/>
        </pc:sldMkLst>
      </pc:sldChg>
      <pc:sldChg chg="del">
        <pc:chgData name="P, Guhan" userId="40083df7-9394-43a8-9303-1624a548223f" providerId="ADAL" clId="{1E184271-DB1A-4754-B9F1-E40E2B4B4700}" dt="2022-02-23T03:47:46.242" v="21" actId="2696"/>
        <pc:sldMkLst>
          <pc:docMk/>
          <pc:sldMk cId="41800726" sldId="1947"/>
        </pc:sldMkLst>
      </pc:sldChg>
      <pc:sldChg chg="modSp new del mod">
        <pc:chgData name="P, Guhan" userId="40083df7-9394-43a8-9303-1624a548223f" providerId="ADAL" clId="{1E184271-DB1A-4754-B9F1-E40E2B4B4700}" dt="2022-02-23T03:48:51.156" v="34" actId="47"/>
        <pc:sldMkLst>
          <pc:docMk/>
          <pc:sldMk cId="96749610" sldId="1949"/>
        </pc:sldMkLst>
        <pc:spChg chg="mod">
          <ac:chgData name="P, Guhan" userId="40083df7-9394-43a8-9303-1624a548223f" providerId="ADAL" clId="{1E184271-DB1A-4754-B9F1-E40E2B4B4700}" dt="2022-02-23T03:48:45.846" v="33" actId="27636"/>
          <ac:spMkLst>
            <pc:docMk/>
            <pc:sldMk cId="96749610" sldId="1949"/>
            <ac:spMk id="2" creationId="{996E01C1-32CE-47A2-95BB-BD2885123F73}"/>
          </ac:spMkLst>
        </pc:spChg>
      </pc:sldChg>
      <pc:sldChg chg="new del">
        <pc:chgData name="P, Guhan" userId="40083df7-9394-43a8-9303-1624a548223f" providerId="ADAL" clId="{1E184271-DB1A-4754-B9F1-E40E2B4B4700}" dt="2022-02-23T03:47:35.551" v="19" actId="680"/>
        <pc:sldMkLst>
          <pc:docMk/>
          <pc:sldMk cId="1060218003" sldId="1949"/>
        </pc:sldMkLst>
      </pc:sldChg>
      <pc:sldChg chg="del">
        <pc:chgData name="P, Guhan" userId="40083df7-9394-43a8-9303-1624a548223f" providerId="ADAL" clId="{1E184271-DB1A-4754-B9F1-E40E2B4B4700}" dt="2022-02-23T04:12:26.759" v="122" actId="47"/>
        <pc:sldMkLst>
          <pc:docMk/>
          <pc:sldMk cId="1855870267" sldId="2134808546"/>
        </pc:sldMkLst>
      </pc:sldChg>
      <pc:sldChg chg="addSp delSp modSp new del mod modClrScheme chgLayout">
        <pc:chgData name="P, Guhan" userId="40083df7-9394-43a8-9303-1624a548223f" providerId="ADAL" clId="{1E184271-DB1A-4754-B9F1-E40E2B4B4700}" dt="2022-02-23T03:49:22.713" v="37" actId="47"/>
        <pc:sldMkLst>
          <pc:docMk/>
          <pc:sldMk cId="192358337" sldId="2134808547"/>
        </pc:sldMkLst>
        <pc:spChg chg="del mod ord">
          <ac:chgData name="P, Guhan" userId="40083df7-9394-43a8-9303-1624a548223f" providerId="ADAL" clId="{1E184271-DB1A-4754-B9F1-E40E2B4B4700}" dt="2022-02-23T03:49:16.582" v="36" actId="700"/>
          <ac:spMkLst>
            <pc:docMk/>
            <pc:sldMk cId="192358337" sldId="2134808547"/>
            <ac:spMk id="2" creationId="{6D992551-B46C-44C8-AD92-5C5723EDC60B}"/>
          </ac:spMkLst>
        </pc:spChg>
        <pc:spChg chg="del mod ord">
          <ac:chgData name="P, Guhan" userId="40083df7-9394-43a8-9303-1624a548223f" providerId="ADAL" clId="{1E184271-DB1A-4754-B9F1-E40E2B4B4700}" dt="2022-02-23T03:49:16.582" v="36" actId="700"/>
          <ac:spMkLst>
            <pc:docMk/>
            <pc:sldMk cId="192358337" sldId="2134808547"/>
            <ac:spMk id="3" creationId="{DDAC0C55-50BF-4D48-A28E-FBFEB06BC534}"/>
          </ac:spMkLst>
        </pc:spChg>
        <pc:spChg chg="add mod ord">
          <ac:chgData name="P, Guhan" userId="40083df7-9394-43a8-9303-1624a548223f" providerId="ADAL" clId="{1E184271-DB1A-4754-B9F1-E40E2B4B4700}" dt="2022-02-23T03:49:16.582" v="36" actId="700"/>
          <ac:spMkLst>
            <pc:docMk/>
            <pc:sldMk cId="192358337" sldId="2134808547"/>
            <ac:spMk id="4" creationId="{68C9739C-6384-4F75-9BC0-40D4151CDF8B}"/>
          </ac:spMkLst>
        </pc:spChg>
        <pc:spChg chg="add mod ord">
          <ac:chgData name="P, Guhan" userId="40083df7-9394-43a8-9303-1624a548223f" providerId="ADAL" clId="{1E184271-DB1A-4754-B9F1-E40E2B4B4700}" dt="2022-02-23T03:49:16.582" v="36" actId="700"/>
          <ac:spMkLst>
            <pc:docMk/>
            <pc:sldMk cId="192358337" sldId="2134808547"/>
            <ac:spMk id="5" creationId="{854C7590-B26B-4766-A043-2555A55A03C2}"/>
          </ac:spMkLst>
        </pc:spChg>
      </pc:sldChg>
      <pc:sldChg chg="addSp delSp modSp new mod modClrScheme chgLayout">
        <pc:chgData name="P, Guhan" userId="40083df7-9394-43a8-9303-1624a548223f" providerId="ADAL" clId="{1E184271-DB1A-4754-B9F1-E40E2B4B4700}" dt="2022-02-23T04:12:13.016" v="115" actId="6549"/>
        <pc:sldMkLst>
          <pc:docMk/>
          <pc:sldMk cId="3815370552" sldId="2134808547"/>
        </pc:sldMkLst>
        <pc:spChg chg="del mod ord">
          <ac:chgData name="P, Guhan" userId="40083df7-9394-43a8-9303-1624a548223f" providerId="ADAL" clId="{1E184271-DB1A-4754-B9F1-E40E2B4B4700}" dt="2022-02-23T03:49:34.804" v="39" actId="700"/>
          <ac:spMkLst>
            <pc:docMk/>
            <pc:sldMk cId="3815370552" sldId="2134808547"/>
            <ac:spMk id="2" creationId="{8A2B8190-4B13-457E-8635-34A9769FB5BC}"/>
          </ac:spMkLst>
        </pc:spChg>
        <pc:spChg chg="del mod ord">
          <ac:chgData name="P, Guhan" userId="40083df7-9394-43a8-9303-1624a548223f" providerId="ADAL" clId="{1E184271-DB1A-4754-B9F1-E40E2B4B4700}" dt="2022-02-23T03:49:34.804" v="39" actId="700"/>
          <ac:spMkLst>
            <pc:docMk/>
            <pc:sldMk cId="3815370552" sldId="2134808547"/>
            <ac:spMk id="3" creationId="{43238D8A-6C6E-43E7-BC21-EE9AD9B0CF9D}"/>
          </ac:spMkLst>
        </pc:spChg>
        <pc:spChg chg="add mod ord">
          <ac:chgData name="P, Guhan" userId="40083df7-9394-43a8-9303-1624a548223f" providerId="ADAL" clId="{1E184271-DB1A-4754-B9F1-E40E2B4B4700}" dt="2022-02-23T04:12:11.026" v="114" actId="6549"/>
          <ac:spMkLst>
            <pc:docMk/>
            <pc:sldMk cId="3815370552" sldId="2134808547"/>
            <ac:spMk id="4" creationId="{1F99984B-6D91-4D16-86B6-8D6A840AB0F0}"/>
          </ac:spMkLst>
        </pc:spChg>
        <pc:spChg chg="add mod ord">
          <ac:chgData name="P, Guhan" userId="40083df7-9394-43a8-9303-1624a548223f" providerId="ADAL" clId="{1E184271-DB1A-4754-B9F1-E40E2B4B4700}" dt="2022-02-23T04:12:13.016" v="115" actId="6549"/>
          <ac:spMkLst>
            <pc:docMk/>
            <pc:sldMk cId="3815370552" sldId="2134808547"/>
            <ac:spMk id="5" creationId="{B97172DA-A422-436A-9EC9-859BE963F235}"/>
          </ac:spMkLst>
        </pc:spChg>
      </pc:sldChg>
      <pc:sldChg chg="new ord">
        <pc:chgData name="P, Guhan" userId="40083df7-9394-43a8-9303-1624a548223f" providerId="ADAL" clId="{1E184271-DB1A-4754-B9F1-E40E2B4B4700}" dt="2022-02-23T04:12:23.404" v="120"/>
        <pc:sldMkLst>
          <pc:docMk/>
          <pc:sldMk cId="2171979965" sldId="2134808548"/>
        </pc:sldMkLst>
      </pc:sldChg>
      <pc:sldChg chg="new del">
        <pc:chgData name="P, Guhan" userId="40083df7-9394-43a8-9303-1624a548223f" providerId="ADAL" clId="{1E184271-DB1A-4754-B9F1-E40E2B4B4700}" dt="2022-02-23T04:12:19.058" v="117" actId="680"/>
        <pc:sldMkLst>
          <pc:docMk/>
          <pc:sldMk cId="3744167302" sldId="213480854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D2D9B9F-ADC6-4432-ACB4-33B8C60BD7D3}" type="datetimeFigureOut">
              <a:rPr lang="en-US" smtClean="0"/>
              <a:pPr/>
              <a:t>2/15/2023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CONFIDENTIAL</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8B6D43-763F-41FD-8DD4-1E85B6245343}" type="slidenum">
              <a:rPr lang="en-US" smtClean="0"/>
              <a:pPr/>
              <a:t>‹#›</a:t>
            </a:fld>
            <a:endParaRPr lang="en-US"/>
          </a:p>
        </p:txBody>
      </p:sp>
    </p:spTree>
    <p:extLst>
      <p:ext uri="{BB962C8B-B14F-4D97-AF65-F5344CB8AC3E}">
        <p14:creationId xmlns:p14="http://schemas.microsoft.com/office/powerpoint/2010/main" val="213110927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245B48-31D9-4F76-AEA6-07C5757A52D9}" type="datetimeFigureOut">
              <a:rPr lang="en-US" smtClean="0"/>
              <a:pPr/>
              <a:t>2/15/2023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CONFIDENTIAL</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790ABB-0652-4DB3-B8E3-F5E908D8D4C1}" type="slidenum">
              <a:rPr lang="en-US" smtClean="0"/>
              <a:pPr/>
              <a:t>‹#›</a:t>
            </a:fld>
            <a:endParaRPr lang="en-US"/>
          </a:p>
        </p:txBody>
      </p:sp>
    </p:spTree>
    <p:extLst>
      <p:ext uri="{BB962C8B-B14F-4D97-AF65-F5344CB8AC3E}">
        <p14:creationId xmlns:p14="http://schemas.microsoft.com/office/powerpoint/2010/main" val="162460501"/>
      </p:ext>
    </p:extLst>
  </p:cSld>
  <p:clrMap bg1="lt1" tx1="dk1" bg2="lt2" tx2="dk2" accent1="accent1" accent2="accent2" accent3="accent3" accent4="accent4" accent5="accent5" accent6="accent6" hlink="hlink" folHlink="folHlink"/>
  <p:hf sldNum="0" hdr="0" ftr="0" dt="0"/>
  <p:notesStyle>
    <a:lvl1pPr marL="0" algn="l" defTabSz="1365306" rtl="0" eaLnBrk="1" latinLnBrk="0" hangingPunct="1">
      <a:defRPr sz="2000" kern="1200">
        <a:solidFill>
          <a:schemeClr val="tx1"/>
        </a:solidFill>
        <a:latin typeface="+mn-lt"/>
        <a:ea typeface="+mn-ea"/>
        <a:cs typeface="+mn-cs"/>
      </a:defRPr>
    </a:lvl1pPr>
    <a:lvl2pPr marL="682652" algn="l" defTabSz="1365306" rtl="0" eaLnBrk="1" latinLnBrk="0" hangingPunct="1">
      <a:defRPr sz="2000" kern="1200">
        <a:solidFill>
          <a:schemeClr val="tx1"/>
        </a:solidFill>
        <a:latin typeface="+mn-lt"/>
        <a:ea typeface="+mn-ea"/>
        <a:cs typeface="+mn-cs"/>
      </a:defRPr>
    </a:lvl2pPr>
    <a:lvl3pPr marL="1365306" algn="l" defTabSz="1365306" rtl="0" eaLnBrk="1" latinLnBrk="0" hangingPunct="1">
      <a:defRPr sz="2000" kern="1200">
        <a:solidFill>
          <a:schemeClr val="tx1"/>
        </a:solidFill>
        <a:latin typeface="+mn-lt"/>
        <a:ea typeface="+mn-ea"/>
        <a:cs typeface="+mn-cs"/>
      </a:defRPr>
    </a:lvl3pPr>
    <a:lvl4pPr marL="2047958" algn="l" defTabSz="1365306" rtl="0" eaLnBrk="1" latinLnBrk="0" hangingPunct="1">
      <a:defRPr sz="2000" kern="1200">
        <a:solidFill>
          <a:schemeClr val="tx1"/>
        </a:solidFill>
        <a:latin typeface="+mn-lt"/>
        <a:ea typeface="+mn-ea"/>
        <a:cs typeface="+mn-cs"/>
      </a:defRPr>
    </a:lvl4pPr>
    <a:lvl5pPr marL="2730612" algn="l" defTabSz="1365306" rtl="0" eaLnBrk="1" latinLnBrk="0" hangingPunct="1">
      <a:defRPr sz="2000" kern="1200">
        <a:solidFill>
          <a:schemeClr val="tx1"/>
        </a:solidFill>
        <a:latin typeface="+mn-lt"/>
        <a:ea typeface="+mn-ea"/>
        <a:cs typeface="+mn-cs"/>
      </a:defRPr>
    </a:lvl5pPr>
    <a:lvl6pPr marL="3413266" algn="l" defTabSz="1365306" rtl="0" eaLnBrk="1" latinLnBrk="0" hangingPunct="1">
      <a:defRPr sz="2000" kern="1200">
        <a:solidFill>
          <a:schemeClr val="tx1"/>
        </a:solidFill>
        <a:latin typeface="+mn-lt"/>
        <a:ea typeface="+mn-ea"/>
        <a:cs typeface="+mn-cs"/>
      </a:defRPr>
    </a:lvl6pPr>
    <a:lvl7pPr marL="4095918" algn="l" defTabSz="1365306" rtl="0" eaLnBrk="1" latinLnBrk="0" hangingPunct="1">
      <a:defRPr sz="2000" kern="1200">
        <a:solidFill>
          <a:schemeClr val="tx1"/>
        </a:solidFill>
        <a:latin typeface="+mn-lt"/>
        <a:ea typeface="+mn-ea"/>
        <a:cs typeface="+mn-cs"/>
      </a:defRPr>
    </a:lvl7pPr>
    <a:lvl8pPr marL="4778572" algn="l" defTabSz="1365306" rtl="0" eaLnBrk="1" latinLnBrk="0" hangingPunct="1">
      <a:defRPr sz="2000" kern="1200">
        <a:solidFill>
          <a:schemeClr val="tx1"/>
        </a:solidFill>
        <a:latin typeface="+mn-lt"/>
        <a:ea typeface="+mn-ea"/>
        <a:cs typeface="+mn-cs"/>
      </a:defRPr>
    </a:lvl8pPr>
    <a:lvl9pPr marL="5461224" algn="l" defTabSz="1365306" rtl="0" eaLnBrk="1" latinLnBrk="0" hangingPunct="1">
      <a:defRPr sz="2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romanLcPeriod"/>
            </a:pPr>
            <a:r>
              <a:rPr lang="en-US" dirty="0"/>
              <a:t>Openssl: software library for application secure communication over computer network against </a:t>
            </a:r>
            <a:r>
              <a:rPr lang="en-US" dirty="0" err="1"/>
              <a:t>evesdropping</a:t>
            </a:r>
            <a:r>
              <a:rPr lang="en-US" dirty="0"/>
              <a:t> or need to identify the party at the other end. Openssl uses the RSA algorithm for encryption of public key.</a:t>
            </a:r>
          </a:p>
          <a:p>
            <a:pPr marL="514350" indent="-514350">
              <a:buFont typeface="+mj-lt"/>
              <a:buAutoNum type="romanLcPeriod"/>
            </a:pPr>
            <a:r>
              <a:rPr lang="en-US" dirty="0" err="1"/>
              <a:t>gensra</a:t>
            </a:r>
            <a:r>
              <a:rPr lang="en-US" dirty="0"/>
              <a:t>: </a:t>
            </a:r>
            <a:r>
              <a:rPr lang="en-US" dirty="0" err="1"/>
              <a:t>Genrate</a:t>
            </a:r>
            <a:r>
              <a:rPr lang="en-US" dirty="0"/>
              <a:t> RSA private key. RSA private key is used to generate digital signature and also used to verify digital signature.</a:t>
            </a:r>
          </a:p>
          <a:p>
            <a:pPr marL="514350" indent="-514350">
              <a:buFont typeface="+mj-lt"/>
              <a:buAutoNum type="romanLcPeriod"/>
            </a:pPr>
            <a:r>
              <a:rPr lang="en-US" dirty="0"/>
              <a:t>Req: command create and process certificate request in pksc#10 </a:t>
            </a:r>
            <a:r>
              <a:rPr lang="en-US" dirty="0" err="1"/>
              <a:t>formate</a:t>
            </a:r>
            <a:r>
              <a:rPr lang="en-US" dirty="0"/>
              <a:t>.</a:t>
            </a:r>
          </a:p>
        </p:txBody>
      </p:sp>
    </p:spTree>
    <p:extLst>
      <p:ext uri="{BB962C8B-B14F-4D97-AF65-F5344CB8AC3E}">
        <p14:creationId xmlns:p14="http://schemas.microsoft.com/office/powerpoint/2010/main" val="2667578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romanLcPeriod"/>
            </a:pPr>
            <a:r>
              <a:rPr lang="en-US" dirty="0"/>
              <a:t>Newkey: create new private key.</a:t>
            </a:r>
          </a:p>
          <a:p>
            <a:pPr marL="514350" indent="-514350">
              <a:buFont typeface="+mj-lt"/>
              <a:buAutoNum type="romanLcPeriod"/>
            </a:pPr>
            <a:r>
              <a:rPr lang="en-US" dirty="0"/>
              <a:t>Keyout: is going to be key file , where our key are store with name server-</a:t>
            </a:r>
            <a:r>
              <a:rPr lang="en-US" dirty="0" err="1"/>
              <a:t>key.pem</a:t>
            </a:r>
            <a:r>
              <a:rPr lang="en-US" dirty="0"/>
              <a:t>.</a:t>
            </a:r>
          </a:p>
          <a:p>
            <a:pPr marL="514350" indent="-514350">
              <a:buFont typeface="+mj-lt"/>
              <a:buAutoNum type="romanLcPeriod"/>
            </a:pPr>
            <a:r>
              <a:rPr lang="en-US" dirty="0"/>
              <a:t>Server-</a:t>
            </a:r>
            <a:r>
              <a:rPr lang="en-US" dirty="0" err="1"/>
              <a:t>req.pem</a:t>
            </a:r>
            <a:r>
              <a:rPr lang="en-US" dirty="0"/>
              <a:t>: request for signature from the certificate authority (CA).</a:t>
            </a:r>
          </a:p>
          <a:p>
            <a:pPr marL="514350" indent="-514350">
              <a:buFont typeface="+mj-lt"/>
              <a:buAutoNum type="romanLcPeriod"/>
            </a:pPr>
            <a:r>
              <a:rPr lang="en-US" dirty="0"/>
              <a:t>Server-</a:t>
            </a:r>
            <a:r>
              <a:rPr lang="en-US" dirty="0" err="1"/>
              <a:t>key.pem</a:t>
            </a:r>
            <a:r>
              <a:rPr lang="en-US" dirty="0"/>
              <a:t>: used to store the </a:t>
            </a:r>
            <a:r>
              <a:rPr lang="en-US" dirty="0" err="1"/>
              <a:t>ssl</a:t>
            </a:r>
            <a:r>
              <a:rPr lang="en-US" dirty="0"/>
              <a:t> certificate and their associated private key.</a:t>
            </a:r>
          </a:p>
          <a:p>
            <a:pPr marL="514350" indent="-514350">
              <a:buFont typeface="+mj-lt"/>
              <a:buAutoNum type="romanLcPeriod"/>
            </a:pPr>
            <a:r>
              <a:rPr lang="en-US" dirty="0"/>
              <a:t>CA: used to sign certificate req.</a:t>
            </a:r>
          </a:p>
          <a:p>
            <a:pPr marL="514350" indent="-514350">
              <a:buFont typeface="+mj-lt"/>
              <a:buAutoNum type="romanLcPeriod"/>
            </a:pPr>
            <a:r>
              <a:rPr lang="en-US" dirty="0"/>
              <a:t>Set-serial: CA serial number is created if it does not exist.</a:t>
            </a:r>
          </a:p>
          <a:p>
            <a:pPr marL="514350" indent="-514350">
              <a:buFont typeface="+mj-lt"/>
              <a:buAutoNum type="romanLcPeriod"/>
            </a:pPr>
            <a:r>
              <a:rPr lang="en-US" dirty="0"/>
              <a:t>Verify: verify certificate chains.</a:t>
            </a:r>
          </a:p>
          <a:p>
            <a:pPr marL="514350" indent="-514350">
              <a:buFont typeface="+mj-lt"/>
              <a:buAutoNum type="romanLcPeriod"/>
            </a:pPr>
            <a:r>
              <a:rPr lang="en-US" dirty="0"/>
              <a:t>CA file: A file of trusted certificate, this file should contain multiple certificate in </a:t>
            </a:r>
            <a:r>
              <a:rPr lang="en-US" dirty="0" err="1"/>
              <a:t>pem</a:t>
            </a:r>
            <a:r>
              <a:rPr lang="en-US" dirty="0"/>
              <a:t> .</a:t>
            </a:r>
          </a:p>
        </p:txBody>
      </p:sp>
    </p:spTree>
    <p:extLst>
      <p:ext uri="{BB962C8B-B14F-4D97-AF65-F5344CB8AC3E}">
        <p14:creationId xmlns:p14="http://schemas.microsoft.com/office/powerpoint/2010/main" val="4220193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romanLcPeriod"/>
            </a:pPr>
            <a:r>
              <a:rPr lang="en-US" dirty="0"/>
              <a:t>Showcert: show all the certificate in chain.</a:t>
            </a:r>
          </a:p>
          <a:p>
            <a:pPr marL="514350" indent="-514350">
              <a:buFont typeface="+mj-lt"/>
              <a:buAutoNum type="romanLcPeriod"/>
            </a:pPr>
            <a:r>
              <a:rPr lang="en-US" dirty="0"/>
              <a:t>Debug: extra output</a:t>
            </a:r>
          </a:p>
          <a:p>
            <a:pPr marL="514350" indent="-514350">
              <a:buFont typeface="+mj-lt"/>
              <a:buAutoNum type="romanLcPeriod"/>
            </a:pPr>
            <a:r>
              <a:rPr lang="en-US" dirty="0"/>
              <a:t>msg: show protocol message.</a:t>
            </a:r>
          </a:p>
          <a:p>
            <a:pPr marL="514350" indent="-514350">
              <a:buFont typeface="+mj-lt"/>
              <a:buAutoNum type="romanLcPeriod"/>
            </a:pPr>
            <a:r>
              <a:rPr lang="en-US" dirty="0"/>
              <a:t>State: print the </a:t>
            </a:r>
            <a:r>
              <a:rPr lang="en-US" dirty="0" err="1"/>
              <a:t>ssl</a:t>
            </a:r>
            <a:r>
              <a:rPr lang="en-US" dirty="0"/>
              <a:t> state.</a:t>
            </a:r>
          </a:p>
        </p:txBody>
      </p:sp>
    </p:spTree>
    <p:extLst>
      <p:ext uri="{BB962C8B-B14F-4D97-AF65-F5344CB8AC3E}">
        <p14:creationId xmlns:p14="http://schemas.microsoft.com/office/powerpoint/2010/main" val="77327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4.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E61AFC-0568-4B14-A066-AF68C1E5571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1" y="-1"/>
            <a:ext cx="14630399" cy="8229602"/>
          </a:xfrm>
          <a:prstGeom prst="rect">
            <a:avLst/>
          </a:prstGeom>
        </p:spPr>
      </p:pic>
      <p:sp>
        <p:nvSpPr>
          <p:cNvPr id="22" name="Graphic 2">
            <a:extLst>
              <a:ext uri="{FF2B5EF4-FFF2-40B4-BE49-F238E27FC236}">
                <a16:creationId xmlns:a16="http://schemas.microsoft.com/office/drawing/2014/main" id="{7775DA28-5DEF-4347-B74B-F7DEE133F307}"/>
              </a:ext>
            </a:extLst>
          </p:cNvPr>
          <p:cNvSpPr/>
          <p:nvPr userDrawn="1"/>
        </p:nvSpPr>
        <p:spPr>
          <a:xfrm rot="16200000" flipH="1">
            <a:off x="5301219" y="2211145"/>
            <a:ext cx="8229599" cy="3807312"/>
          </a:xfrm>
          <a:custGeom>
            <a:avLst/>
            <a:gdLst>
              <a:gd name="connsiteX0" fmla="*/ 5407628 w 5407628"/>
              <a:gd name="connsiteY0" fmla="*/ 817504 h 2454516"/>
              <a:gd name="connsiteX1" fmla="*/ 4223195 w 5407628"/>
              <a:gd name="connsiteY1" fmla="*/ 817504 h 2454516"/>
              <a:gd name="connsiteX2" fmla="*/ 2156555 w 5407628"/>
              <a:gd name="connsiteY2" fmla="*/ 81319 h 2454516"/>
              <a:gd name="connsiteX3" fmla="*/ 0 w 5407628"/>
              <a:gd name="connsiteY3" fmla="*/ 434544 h 2454516"/>
              <a:gd name="connsiteX4" fmla="*/ 0 w 5407628"/>
              <a:gd name="connsiteY4" fmla="*/ 2454516 h 2454516"/>
              <a:gd name="connsiteX5" fmla="*/ 5407628 w 5407628"/>
              <a:gd name="connsiteY5" fmla="*/ 2454516 h 245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7628" h="2454516">
                <a:moveTo>
                  <a:pt x="5407628" y="817504"/>
                </a:moveTo>
                <a:cubicBezTo>
                  <a:pt x="5407628" y="817504"/>
                  <a:pt x="4648200" y="-274280"/>
                  <a:pt x="4223195" y="817504"/>
                </a:cubicBezTo>
                <a:cubicBezTo>
                  <a:pt x="3798189" y="1909289"/>
                  <a:pt x="2809875" y="1300504"/>
                  <a:pt x="2156555" y="81319"/>
                </a:cubicBezTo>
                <a:cubicBezTo>
                  <a:pt x="865918" y="-225448"/>
                  <a:pt x="0" y="434544"/>
                  <a:pt x="0" y="434544"/>
                </a:cubicBezTo>
                <a:lnTo>
                  <a:pt x="0" y="2454516"/>
                </a:lnTo>
                <a:lnTo>
                  <a:pt x="5407628" y="2454516"/>
                </a:lnTo>
                <a:close/>
              </a:path>
            </a:pathLst>
          </a:custGeom>
          <a:solidFill>
            <a:schemeClr val="bg1">
              <a:alpha val="85000"/>
            </a:schemeClr>
          </a:solidFill>
          <a:ln w="9525" cap="flat">
            <a:noFill/>
            <a:prstDash val="solid"/>
            <a:miter/>
          </a:ln>
        </p:spPr>
        <p:txBody>
          <a:bodyPr rtlCol="0" anchor="ctr"/>
          <a:lstStyle/>
          <a:p>
            <a:endParaRPr lang="fr-FR" sz="3360"/>
          </a:p>
        </p:txBody>
      </p:sp>
      <p:sp>
        <p:nvSpPr>
          <p:cNvPr id="21" name="Rectangle 20">
            <a:extLst>
              <a:ext uri="{FF2B5EF4-FFF2-40B4-BE49-F238E27FC236}">
                <a16:creationId xmlns:a16="http://schemas.microsoft.com/office/drawing/2014/main" id="{AE6674BB-B91F-3547-B182-83DF08A7E0E3}"/>
              </a:ext>
            </a:extLst>
          </p:cNvPr>
          <p:cNvSpPr/>
          <p:nvPr userDrawn="1"/>
        </p:nvSpPr>
        <p:spPr>
          <a:xfrm flipH="1">
            <a:off x="11253329" y="0"/>
            <a:ext cx="337707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360"/>
          </a:p>
        </p:txBody>
      </p:sp>
      <p:sp>
        <p:nvSpPr>
          <p:cNvPr id="58" name="Rectangle 57">
            <a:extLst>
              <a:ext uri="{FF2B5EF4-FFF2-40B4-BE49-F238E27FC236}">
                <a16:creationId xmlns:a16="http://schemas.microsoft.com/office/drawing/2014/main" id="{166D7877-7095-BB4F-8BC3-28278BD4AA75}"/>
              </a:ext>
            </a:extLst>
          </p:cNvPr>
          <p:cNvSpPr/>
          <p:nvPr userDrawn="1"/>
        </p:nvSpPr>
        <p:spPr>
          <a:xfrm flipH="1">
            <a:off x="8860424" y="0"/>
            <a:ext cx="2403047" cy="8229600"/>
          </a:xfrm>
          <a:prstGeom prst="rect">
            <a:avLst/>
          </a:prstGeom>
          <a:gradFill>
            <a:gsLst>
              <a:gs pos="100000">
                <a:schemeClr val="bg1">
                  <a:alpha val="0"/>
                </a:schemeClr>
              </a:gs>
              <a:gs pos="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360"/>
          </a:p>
        </p:txBody>
      </p:sp>
      <p:sp>
        <p:nvSpPr>
          <p:cNvPr id="46" name="Graphic 78">
            <a:extLst>
              <a:ext uri="{FF2B5EF4-FFF2-40B4-BE49-F238E27FC236}">
                <a16:creationId xmlns:a16="http://schemas.microsoft.com/office/drawing/2014/main" id="{AB31DF30-79BA-4D44-B8FF-877A78C7AC14}"/>
              </a:ext>
            </a:extLst>
          </p:cNvPr>
          <p:cNvSpPr/>
          <p:nvPr userDrawn="1"/>
        </p:nvSpPr>
        <p:spPr>
          <a:xfrm rot="15725759" flipH="1">
            <a:off x="4477734" y="3112767"/>
            <a:ext cx="8321040" cy="2103757"/>
          </a:xfrm>
          <a:custGeom>
            <a:avLst/>
            <a:gdLst>
              <a:gd name="connsiteX0" fmla="*/ 6955958 w 6955958"/>
              <a:gd name="connsiteY0" fmla="*/ 1033784 h 1753131"/>
              <a:gd name="connsiteX1" fmla="*/ 5432313 w 6955958"/>
              <a:gd name="connsiteY1" fmla="*/ 1033784 h 1753131"/>
              <a:gd name="connsiteX2" fmla="*/ 2773439 w 6955958"/>
              <a:gd name="connsiteY2" fmla="*/ 102833 h 1753131"/>
              <a:gd name="connsiteX3" fmla="*/ 0 w 6955958"/>
              <a:gd name="connsiteY3" fmla="*/ 549507 h 1753131"/>
            </a:gdLst>
            <a:ahLst/>
            <a:cxnLst>
              <a:cxn ang="0">
                <a:pos x="connsiteX0" y="connsiteY0"/>
              </a:cxn>
              <a:cxn ang="0">
                <a:pos x="connsiteX1" y="connsiteY1"/>
              </a:cxn>
              <a:cxn ang="0">
                <a:pos x="connsiteX2" y="connsiteY2"/>
              </a:cxn>
              <a:cxn ang="0">
                <a:pos x="connsiteX3" y="connsiteY3"/>
              </a:cxn>
            </a:cxnLst>
            <a:rect l="l" t="t" r="r" b="b"/>
            <a:pathLst>
              <a:path w="6955958" h="1753131">
                <a:moveTo>
                  <a:pt x="6955958" y="1033784"/>
                </a:moveTo>
                <a:cubicBezTo>
                  <a:pt x="6955958" y="1033784"/>
                  <a:pt x="5978791" y="-346844"/>
                  <a:pt x="5432313" y="1033784"/>
                </a:cubicBezTo>
                <a:cubicBezTo>
                  <a:pt x="4885835" y="2414412"/>
                  <a:pt x="3614476" y="1644566"/>
                  <a:pt x="2773439" y="102833"/>
                </a:cubicBezTo>
                <a:cubicBezTo>
                  <a:pt x="1113909" y="-285093"/>
                  <a:pt x="0" y="549507"/>
                  <a:pt x="0" y="549507"/>
                </a:cubicBezTo>
              </a:path>
            </a:pathLst>
          </a:custGeom>
          <a:noFill/>
          <a:ln w="12242" cap="flat">
            <a:solidFill>
              <a:schemeClr val="accent1"/>
            </a:solidFill>
            <a:prstDash val="solid"/>
            <a:miter/>
          </a:ln>
        </p:spPr>
        <p:txBody>
          <a:bodyPr rtlCol="0" anchor="ctr"/>
          <a:lstStyle/>
          <a:p>
            <a:endParaRPr lang="fr-FR" sz="3360"/>
          </a:p>
        </p:txBody>
      </p:sp>
      <p:graphicFrame>
        <p:nvGraphicFramePr>
          <p:cNvPr id="5" name="Object 4" hidden="1"/>
          <p:cNvGraphicFramePr>
            <a:graphicFrameLocks noChangeAspect="1"/>
          </p:cNvGraphicFramePr>
          <p:nvPr userDrawn="1">
            <p:custDataLst>
              <p:tags r:id="rId1"/>
            </p:custDataLst>
          </p:nvPr>
        </p:nvGraphicFramePr>
        <p:xfrm>
          <a:off x="1906" y="1908"/>
          <a:ext cx="1904" cy="1904"/>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6" y="1908"/>
                        <a:ext cx="1904" cy="19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Placeholder 7">
            <a:extLst>
              <a:ext uri="{FF2B5EF4-FFF2-40B4-BE49-F238E27FC236}">
                <a16:creationId xmlns:a16="http://schemas.microsoft.com/office/drawing/2014/main" id="{313A645B-1DCE-4343-A708-02840C8E74BB}"/>
              </a:ext>
            </a:extLst>
          </p:cNvPr>
          <p:cNvSpPr txBox="1">
            <a:spLocks/>
          </p:cNvSpPr>
          <p:nvPr userDrawn="1"/>
        </p:nvSpPr>
        <p:spPr>
          <a:xfrm>
            <a:off x="10748248" y="7952884"/>
            <a:ext cx="3197156" cy="147733"/>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1097280" rtl="0" eaLnBrk="1" fontAlgn="auto" latinLnBrk="0" hangingPunct="1">
              <a:lnSpc>
                <a:spcPct val="100000"/>
              </a:lnSpc>
              <a:spcBef>
                <a:spcPts val="1200"/>
              </a:spcBef>
              <a:spcAft>
                <a:spcPts val="0"/>
              </a:spcAft>
              <a:buClrTx/>
              <a:buSzTx/>
              <a:buFont typeface="Arial" panose="020B0604020202020204" pitchFamily="34" charset="0"/>
              <a:buNone/>
              <a:tabLst/>
              <a:defRPr/>
            </a:pPr>
            <a:r>
              <a:rPr lang="en-US" sz="840">
                <a:solidFill>
                  <a:schemeClr val="bg2">
                    <a:lumMod val="75000"/>
                  </a:schemeClr>
                </a:solidFill>
                <a:latin typeface="+mn-lt"/>
              </a:rPr>
              <a:t>© Capgemini 2022. All rights reserved.</a:t>
            </a:r>
          </a:p>
        </p:txBody>
      </p:sp>
      <p:pic>
        <p:nvPicPr>
          <p:cNvPr id="10" name="Image 1">
            <a:extLst>
              <a:ext uri="{FF2B5EF4-FFF2-40B4-BE49-F238E27FC236}">
                <a16:creationId xmlns:a16="http://schemas.microsoft.com/office/drawing/2014/main" id="{ADC30B45-5F57-4332-B333-EDACD2A6BCC8}"/>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45998" y="647700"/>
            <a:ext cx="5147353" cy="914400"/>
          </a:xfrm>
          <a:prstGeom prst="rect">
            <a:avLst/>
          </a:prstGeom>
        </p:spPr>
      </p:pic>
      <p:sp>
        <p:nvSpPr>
          <p:cNvPr id="11" name="Title 1">
            <a:extLst>
              <a:ext uri="{FF2B5EF4-FFF2-40B4-BE49-F238E27FC236}">
                <a16:creationId xmlns:a16="http://schemas.microsoft.com/office/drawing/2014/main" id="{C76D8AB9-77B2-41CB-9B5A-962FCBAD1ACC}"/>
              </a:ext>
            </a:extLst>
          </p:cNvPr>
          <p:cNvSpPr>
            <a:spLocks noGrp="1"/>
          </p:cNvSpPr>
          <p:nvPr>
            <p:ph type="ctrTitle"/>
          </p:nvPr>
        </p:nvSpPr>
        <p:spPr>
          <a:xfrm>
            <a:off x="8559800" y="1828798"/>
            <a:ext cx="5901303" cy="1981201"/>
          </a:xfrm>
          <a:solidFill>
            <a:srgbClr val="0070AD"/>
          </a:solidFill>
        </p:spPr>
        <p:txBody>
          <a:bodyPr anchor="b"/>
          <a:lstStyle>
            <a:lvl1pPr algn="l">
              <a:defRPr baseline="0">
                <a:solidFill>
                  <a:schemeClr val="bg1"/>
                </a:solidFill>
              </a:defRPr>
            </a:lvl1pPr>
          </a:lstStyle>
          <a:p>
            <a:endParaRPr lang="en-US"/>
          </a:p>
        </p:txBody>
      </p:sp>
      <p:sp>
        <p:nvSpPr>
          <p:cNvPr id="12" name="Text Placeholder 10">
            <a:extLst>
              <a:ext uri="{FF2B5EF4-FFF2-40B4-BE49-F238E27FC236}">
                <a16:creationId xmlns:a16="http://schemas.microsoft.com/office/drawing/2014/main" id="{1DA8DC8C-9B2F-49C7-AB51-781131292CF5}"/>
              </a:ext>
            </a:extLst>
          </p:cNvPr>
          <p:cNvSpPr>
            <a:spLocks noGrp="1"/>
          </p:cNvSpPr>
          <p:nvPr>
            <p:ph type="body" sz="quarter" idx="10" hasCustomPrompt="1"/>
          </p:nvPr>
        </p:nvSpPr>
        <p:spPr>
          <a:xfrm>
            <a:off x="9906001" y="3910995"/>
            <a:ext cx="4555102" cy="2133601"/>
          </a:xfrm>
          <a:noFill/>
        </p:spPr>
        <p:txBody>
          <a:bodyPr anchor="t" anchorCtr="0"/>
          <a:lstStyle>
            <a:lvl1pPr marL="511988" marR="0" indent="-511988" algn="l" defTabSz="1365306"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solidFill>
                  <a:schemeClr val="tx1"/>
                </a:solidFill>
              </a:defRPr>
            </a:lvl1pPr>
          </a:lstStyle>
          <a:p>
            <a:pPr marL="511988" marR="0" lvl="0" indent="-511988" algn="l" defTabSz="1365306"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pPr>
            <a:r>
              <a:rPr lang="en-US"/>
              <a:t>Click to add sub-title</a:t>
            </a:r>
          </a:p>
        </p:txBody>
      </p:sp>
    </p:spTree>
    <p:extLst>
      <p:ext uri="{BB962C8B-B14F-4D97-AF65-F5344CB8AC3E}">
        <p14:creationId xmlns:p14="http://schemas.microsoft.com/office/powerpoint/2010/main" val="120304424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bg bwMode="gray">
      <p:bgPr>
        <a:solidFill>
          <a:srgbClr val="0070A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94DAABA-FEC3-4E91-A60A-BFD7A226C03C}"/>
              </a:ext>
            </a:extLst>
          </p:cNvPr>
          <p:cNvSpPr>
            <a:spLocks noGrp="1"/>
          </p:cNvSpPr>
          <p:nvPr>
            <p:ph type="ctrTitle"/>
          </p:nvPr>
        </p:nvSpPr>
        <p:spPr>
          <a:xfrm>
            <a:off x="570242" y="1775250"/>
            <a:ext cx="13489916" cy="2926080"/>
          </a:xfrm>
          <a:noFill/>
        </p:spPr>
        <p:txBody>
          <a:bodyPr anchor="b">
            <a:normAutofit/>
          </a:bodyPr>
          <a:lstStyle>
            <a:lvl1pPr algn="ctr">
              <a:defRPr sz="4400" baseline="0">
                <a:solidFill>
                  <a:schemeClr val="bg1"/>
                </a:solidFill>
                <a:latin typeface="Calibri" panose="020F0502020204030204" pitchFamily="34" charset="0"/>
                <a:cs typeface="Calibri" panose="020F0502020204030204" pitchFamily="34" charset="0"/>
              </a:defRPr>
            </a:lvl1pPr>
          </a:lstStyle>
          <a:p>
            <a:endParaRPr lang="en-US"/>
          </a:p>
        </p:txBody>
      </p:sp>
      <p:sp>
        <p:nvSpPr>
          <p:cNvPr id="13" name="Text Placeholder 10">
            <a:extLst>
              <a:ext uri="{FF2B5EF4-FFF2-40B4-BE49-F238E27FC236}">
                <a16:creationId xmlns:a16="http://schemas.microsoft.com/office/drawing/2014/main" id="{F53147EF-ED95-4E64-A75D-90046C85D806}"/>
              </a:ext>
            </a:extLst>
          </p:cNvPr>
          <p:cNvSpPr>
            <a:spLocks noGrp="1"/>
          </p:cNvSpPr>
          <p:nvPr>
            <p:ph type="body" sz="quarter" idx="10" hasCustomPrompt="1"/>
          </p:nvPr>
        </p:nvSpPr>
        <p:spPr>
          <a:xfrm>
            <a:off x="566444" y="4953000"/>
            <a:ext cx="13489916" cy="1600200"/>
          </a:xfrm>
          <a:noFill/>
        </p:spPr>
        <p:txBody>
          <a:bodyPr anchor="t" anchorCtr="0"/>
          <a:lstStyle>
            <a:lvl1pPr marL="0" marR="0" indent="0" algn="ctr" defTabSz="1365306"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strike="noStrike" baseline="0">
                <a:solidFill>
                  <a:schemeClr val="bg1"/>
                </a:solidFill>
                <a:latin typeface="Calibri" panose="020F0502020204030204" pitchFamily="34" charset="0"/>
              </a:defRPr>
            </a:lvl1pPr>
          </a:lstStyle>
          <a:p>
            <a:pPr marL="511988" marR="0" lvl="0" indent="-511988" algn="l" defTabSz="1365306"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pPr>
            <a:r>
              <a:rPr lang="en-US"/>
              <a:t>Click to add sub-title</a:t>
            </a:r>
          </a:p>
        </p:txBody>
      </p:sp>
      <p:pic>
        <p:nvPicPr>
          <p:cNvPr id="11" name="Picture 10" descr="Text&#10;&#10;Description automatically generated">
            <a:extLst>
              <a:ext uri="{FF2B5EF4-FFF2-40B4-BE49-F238E27FC236}">
                <a16:creationId xmlns:a16="http://schemas.microsoft.com/office/drawing/2014/main" id="{77DC8471-7E24-4C21-9851-CE70423043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02805" y="378608"/>
            <a:ext cx="3224791" cy="1091186"/>
          </a:xfrm>
          <a:prstGeom prst="rect">
            <a:avLst/>
          </a:prstGeom>
        </p:spPr>
      </p:pic>
      <p:pic>
        <p:nvPicPr>
          <p:cNvPr id="5" name="Graphic 4">
            <a:extLst>
              <a:ext uri="{FF2B5EF4-FFF2-40B4-BE49-F238E27FC236}">
                <a16:creationId xmlns:a16="http://schemas.microsoft.com/office/drawing/2014/main" id="{AA53CFFD-21EE-4E6F-AA47-D6BEFD4EEA2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944600" y="183407"/>
            <a:ext cx="423071" cy="390401"/>
          </a:xfrm>
          <a:prstGeom prst="rect">
            <a:avLst/>
          </a:prstGeom>
        </p:spPr>
      </p:pic>
      <p:sp>
        <p:nvSpPr>
          <p:cNvPr id="6" name="Text Placeholder 7">
            <a:extLst>
              <a:ext uri="{FF2B5EF4-FFF2-40B4-BE49-F238E27FC236}">
                <a16:creationId xmlns:a16="http://schemas.microsoft.com/office/drawing/2014/main" id="{3EF8E78C-05AF-4214-B1BD-BE0C3004B5AB}"/>
              </a:ext>
            </a:extLst>
          </p:cNvPr>
          <p:cNvSpPr txBox="1">
            <a:spLocks/>
          </p:cNvSpPr>
          <p:nvPr userDrawn="1"/>
        </p:nvSpPr>
        <p:spPr>
          <a:xfrm>
            <a:off x="11703374" y="79846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a:solidFill>
                  <a:schemeClr val="bg2">
                    <a:lumMod val="75000"/>
                  </a:schemeClr>
                </a:solidFill>
                <a:latin typeface="+mn-lt"/>
              </a:rPr>
              <a:t>© Capgemini 2022. All rights reserved.</a:t>
            </a:r>
          </a:p>
        </p:txBody>
      </p:sp>
    </p:spTree>
    <p:extLst>
      <p:ext uri="{BB962C8B-B14F-4D97-AF65-F5344CB8AC3E}">
        <p14:creationId xmlns:p14="http://schemas.microsoft.com/office/powerpoint/2010/main" val="13412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A4C5C6-D721-432E-BD25-6901B8B05FA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1" y="-1"/>
            <a:ext cx="14630399" cy="8229602"/>
          </a:xfrm>
          <a:prstGeom prst="rect">
            <a:avLst/>
          </a:prstGeom>
        </p:spPr>
      </p:pic>
      <p:graphicFrame>
        <p:nvGraphicFramePr>
          <p:cNvPr id="12" name="Object 11" hidden="1"/>
          <p:cNvGraphicFramePr>
            <a:graphicFrameLocks noChangeAspect="1"/>
          </p:cNvGraphicFramePr>
          <p:nvPr>
            <p:custDataLst>
              <p:tags r:id="rId1"/>
            </p:custDataLst>
          </p:nvPr>
        </p:nvGraphicFramePr>
        <p:xfrm>
          <a:off x="1905" y="1906"/>
          <a:ext cx="1904" cy="1904"/>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2" name="Object 1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 y="1906"/>
                        <a:ext cx="1904" cy="19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userDrawn="1"/>
        </p:nvSpPr>
        <p:spPr bwMode="auto">
          <a:xfrm>
            <a:off x="4158491" y="0"/>
            <a:ext cx="10470890" cy="822960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bg1"/>
          </a:solidFill>
          <a:ln w="9525">
            <a:noFill/>
            <a:round/>
            <a:headEnd/>
            <a:tailEnd/>
          </a:ln>
        </p:spPr>
        <p:txBody>
          <a:bodyPr vert="horz" wrap="square" lIns="109728" tIns="54864" rIns="109728" bIns="54864" numCol="1" anchor="t" anchorCtr="0" compatLnSpc="1">
            <a:prstTxWarp prst="textNoShape">
              <a:avLst/>
            </a:prstTxWarp>
          </a:bodyPr>
          <a:lstStyle/>
          <a:p>
            <a:endParaRPr lang="en-GB" sz="3360"/>
          </a:p>
        </p:txBody>
      </p:sp>
      <p:sp>
        <p:nvSpPr>
          <p:cNvPr id="7" name="Title 1">
            <a:extLst>
              <a:ext uri="{FF2B5EF4-FFF2-40B4-BE49-F238E27FC236}">
                <a16:creationId xmlns:a16="http://schemas.microsoft.com/office/drawing/2014/main" id="{7D6C39E5-3DE0-4868-A346-ABB1FBFFB040}"/>
              </a:ext>
            </a:extLst>
          </p:cNvPr>
          <p:cNvSpPr>
            <a:spLocks noGrp="1"/>
          </p:cNvSpPr>
          <p:nvPr>
            <p:ph type="title" hasCustomPrompt="1"/>
          </p:nvPr>
        </p:nvSpPr>
        <p:spPr>
          <a:xfrm>
            <a:off x="6553200" y="2740917"/>
            <a:ext cx="7315200" cy="1828800"/>
          </a:xfrm>
          <a:solidFill>
            <a:srgbClr val="0070AD"/>
          </a:solidFill>
        </p:spPr>
        <p:txBody>
          <a:bodyPr rIns="182880" anchor="b" anchorCtr="0"/>
          <a:lstStyle>
            <a:lvl1pPr algn="l">
              <a:defRPr lang="en-US" dirty="0">
                <a:solidFill>
                  <a:schemeClr val="bg1"/>
                </a:solidFill>
              </a:defRPr>
            </a:lvl1pPr>
          </a:lstStyle>
          <a:p>
            <a:r>
              <a:rPr lang="en-US"/>
              <a:t>Click to add Section title</a:t>
            </a:r>
          </a:p>
        </p:txBody>
      </p:sp>
      <p:sp>
        <p:nvSpPr>
          <p:cNvPr id="9" name="Text Placeholder 2">
            <a:extLst>
              <a:ext uri="{FF2B5EF4-FFF2-40B4-BE49-F238E27FC236}">
                <a16:creationId xmlns:a16="http://schemas.microsoft.com/office/drawing/2014/main" id="{6797F618-9B99-4679-B057-B72E8E3E1867}"/>
              </a:ext>
            </a:extLst>
          </p:cNvPr>
          <p:cNvSpPr>
            <a:spLocks noGrp="1"/>
          </p:cNvSpPr>
          <p:nvPr>
            <p:ph type="body" idx="1" hasCustomPrompt="1"/>
          </p:nvPr>
        </p:nvSpPr>
        <p:spPr>
          <a:xfrm>
            <a:off x="6553200" y="4569719"/>
            <a:ext cx="7315200" cy="1828800"/>
          </a:xfrm>
        </p:spPr>
        <p:txBody>
          <a:bodyPr rIns="182880" anchor="t" anchorCtr="0"/>
          <a:lstStyle>
            <a:lvl1pPr marL="0" indent="0" algn="l">
              <a:buNone/>
              <a:defRPr sz="3200">
                <a:solidFill>
                  <a:schemeClr val="tx1">
                    <a:tint val="75000"/>
                  </a:schemeClr>
                </a:solidFill>
              </a:defRPr>
            </a:lvl1pPr>
            <a:lvl2pPr marL="682652" indent="0">
              <a:buNone/>
              <a:defRPr sz="2800">
                <a:solidFill>
                  <a:schemeClr val="tx1">
                    <a:tint val="75000"/>
                  </a:schemeClr>
                </a:solidFill>
              </a:defRPr>
            </a:lvl2pPr>
            <a:lvl3pPr marL="1365306" indent="0">
              <a:buNone/>
              <a:defRPr sz="2600">
                <a:solidFill>
                  <a:schemeClr val="tx1">
                    <a:tint val="75000"/>
                  </a:schemeClr>
                </a:solidFill>
              </a:defRPr>
            </a:lvl3pPr>
            <a:lvl4pPr marL="2047958" indent="0">
              <a:buNone/>
              <a:defRPr sz="2200">
                <a:solidFill>
                  <a:schemeClr val="tx1">
                    <a:tint val="75000"/>
                  </a:schemeClr>
                </a:solidFill>
              </a:defRPr>
            </a:lvl4pPr>
            <a:lvl5pPr marL="2730612" indent="0">
              <a:buNone/>
              <a:defRPr sz="2200">
                <a:solidFill>
                  <a:schemeClr val="tx1">
                    <a:tint val="75000"/>
                  </a:schemeClr>
                </a:solidFill>
              </a:defRPr>
            </a:lvl5pPr>
            <a:lvl6pPr marL="3413266" indent="0">
              <a:buNone/>
              <a:defRPr sz="2200">
                <a:solidFill>
                  <a:schemeClr val="tx1">
                    <a:tint val="75000"/>
                  </a:schemeClr>
                </a:solidFill>
              </a:defRPr>
            </a:lvl6pPr>
            <a:lvl7pPr marL="4095918" indent="0">
              <a:buNone/>
              <a:defRPr sz="2200">
                <a:solidFill>
                  <a:schemeClr val="tx1">
                    <a:tint val="75000"/>
                  </a:schemeClr>
                </a:solidFill>
              </a:defRPr>
            </a:lvl7pPr>
            <a:lvl8pPr marL="4778572" indent="0">
              <a:buNone/>
              <a:defRPr sz="2200">
                <a:solidFill>
                  <a:schemeClr val="tx1">
                    <a:tint val="75000"/>
                  </a:schemeClr>
                </a:solidFill>
              </a:defRPr>
            </a:lvl8pPr>
            <a:lvl9pPr marL="5461224" indent="0">
              <a:buNone/>
              <a:defRPr sz="2200">
                <a:solidFill>
                  <a:schemeClr val="tx1">
                    <a:tint val="75000"/>
                  </a:schemeClr>
                </a:solidFill>
              </a:defRPr>
            </a:lvl9pPr>
          </a:lstStyle>
          <a:p>
            <a:pPr lvl="0"/>
            <a:r>
              <a:rPr lang="en-US"/>
              <a:t>Click to add Section sub-title</a:t>
            </a:r>
          </a:p>
        </p:txBody>
      </p:sp>
      <p:pic>
        <p:nvPicPr>
          <p:cNvPr id="11" name="Image 1">
            <a:extLst>
              <a:ext uri="{FF2B5EF4-FFF2-40B4-BE49-F238E27FC236}">
                <a16:creationId xmlns:a16="http://schemas.microsoft.com/office/drawing/2014/main" id="{0A51597E-53CF-4999-B18A-78C16BDA866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21017" y="1151512"/>
            <a:ext cx="5147383" cy="914405"/>
          </a:xfrm>
          <a:prstGeom prst="rect">
            <a:avLst/>
          </a:prstGeom>
        </p:spPr>
      </p:pic>
      <p:sp>
        <p:nvSpPr>
          <p:cNvPr id="14" name="Text Placeholder 7">
            <a:extLst>
              <a:ext uri="{FF2B5EF4-FFF2-40B4-BE49-F238E27FC236}">
                <a16:creationId xmlns:a16="http://schemas.microsoft.com/office/drawing/2014/main" id="{9066A8A7-A525-4B6B-BFFF-A1FB9989F72F}"/>
              </a:ext>
            </a:extLst>
          </p:cNvPr>
          <p:cNvSpPr txBox="1">
            <a:spLocks/>
          </p:cNvSpPr>
          <p:nvPr userDrawn="1"/>
        </p:nvSpPr>
        <p:spPr>
          <a:xfrm>
            <a:off x="11277600" y="7987924"/>
            <a:ext cx="3197156" cy="147733"/>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1097280" rtl="0" eaLnBrk="1" fontAlgn="auto" latinLnBrk="0" hangingPunct="1">
              <a:lnSpc>
                <a:spcPct val="100000"/>
              </a:lnSpc>
              <a:spcBef>
                <a:spcPts val="1200"/>
              </a:spcBef>
              <a:spcAft>
                <a:spcPts val="0"/>
              </a:spcAft>
              <a:buClrTx/>
              <a:buSzTx/>
              <a:buFont typeface="Arial" panose="020B0604020202020204" pitchFamily="34" charset="0"/>
              <a:buNone/>
              <a:tabLst/>
              <a:defRPr/>
            </a:pPr>
            <a:r>
              <a:rPr lang="en-US" sz="840">
                <a:solidFill>
                  <a:schemeClr val="bg2">
                    <a:lumMod val="75000"/>
                  </a:schemeClr>
                </a:solidFill>
                <a:latin typeface="+mn-lt"/>
              </a:rPr>
              <a:t>© Capgemini 2022. All rights reserved.</a:t>
            </a:r>
          </a:p>
        </p:txBody>
      </p:sp>
    </p:spTree>
    <p:extLst>
      <p:ext uri="{BB962C8B-B14F-4D97-AF65-F5344CB8AC3E}">
        <p14:creationId xmlns:p14="http://schemas.microsoft.com/office/powerpoint/2010/main" val="176610894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noChangeAspect="1"/>
          </p:cNvSpPr>
          <p:nvPr>
            <p:ph type="title" hasCustomPrompt="1"/>
          </p:nvPr>
        </p:nvSpPr>
        <p:spPr/>
        <p:txBody>
          <a:bodyPr/>
          <a:lstStyle>
            <a:lvl1pPr>
              <a:defRPr>
                <a:solidFill>
                  <a:srgbClr val="007EAF"/>
                </a:solidFill>
              </a:defRPr>
            </a:lvl1pPr>
          </a:lstStyle>
          <a:p>
            <a:r>
              <a:rPr lang="en-US"/>
              <a:t>Click to add Slide title</a:t>
            </a:r>
          </a:p>
        </p:txBody>
      </p:sp>
      <p:sp>
        <p:nvSpPr>
          <p:cNvPr id="5" name="Text Placeholder 2">
            <a:extLst>
              <a:ext uri="{FF2B5EF4-FFF2-40B4-BE49-F238E27FC236}">
                <a16:creationId xmlns:a16="http://schemas.microsoft.com/office/drawing/2014/main" id="{0CBFC6FF-9D56-40D8-8F7E-61D69F258896}"/>
              </a:ext>
            </a:extLst>
          </p:cNvPr>
          <p:cNvSpPr>
            <a:spLocks noGrp="1"/>
          </p:cNvSpPr>
          <p:nvPr>
            <p:ph idx="1"/>
          </p:nvPr>
        </p:nvSpPr>
        <p:spPr>
          <a:xfrm>
            <a:off x="249496" y="1225916"/>
            <a:ext cx="14124120" cy="6592202"/>
          </a:xfrm>
          <a:prstGeom prst="rect">
            <a:avLst/>
          </a:prstGeom>
        </p:spPr>
        <p:txBody>
          <a:bodyPr vert="horz" lIns="68265" tIns="34134" rIns="68265" bIns="34134" rtlCol="0">
            <a:normAutofit/>
          </a:bodyPr>
          <a:lstStyle/>
          <a:p>
            <a:pPr lvl="0"/>
            <a:r>
              <a:rPr lang="en-US"/>
              <a:t>Click to edit text</a:t>
            </a:r>
          </a:p>
          <a:p>
            <a:pPr lvl="1"/>
            <a:r>
              <a:rPr lang="en-US"/>
              <a:t> 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703971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Slide title</a:t>
            </a:r>
          </a:p>
        </p:txBody>
      </p:sp>
      <p:sp>
        <p:nvSpPr>
          <p:cNvPr id="3" name="Content Placeholder 2"/>
          <p:cNvSpPr>
            <a:spLocks noGrp="1"/>
          </p:cNvSpPr>
          <p:nvPr>
            <p:ph sz="half" idx="1"/>
          </p:nvPr>
        </p:nvSpPr>
        <p:spPr>
          <a:xfrm>
            <a:off x="246888" y="1225296"/>
            <a:ext cx="6949440" cy="6583680"/>
          </a:xfrm>
        </p:spPr>
        <p:txBody>
          <a:bodyPr/>
          <a:lstStyle>
            <a:lvl1pPr>
              <a:defRPr sz="3200"/>
            </a:lvl1pPr>
            <a:lvl2pPr>
              <a:defRPr sz="2800"/>
            </a:lvl2pPr>
            <a:lvl3pPr>
              <a:defRPr sz="2400"/>
            </a:lvl3pPr>
            <a:lvl4pPr>
              <a:defRPr sz="2200"/>
            </a:lvl4pPr>
            <a:lvl5pPr>
              <a:defRPr sz="21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25564" y="1225296"/>
            <a:ext cx="6949440" cy="6583680"/>
          </a:xfrm>
        </p:spPr>
        <p:txBody>
          <a:bodyPr/>
          <a:lstStyle>
            <a:lvl1pPr>
              <a:defRPr sz="3200"/>
            </a:lvl1pPr>
            <a:lvl2pPr>
              <a:defRPr sz="2800"/>
            </a:lvl2pPr>
            <a:lvl3pPr>
              <a:defRPr sz="2400"/>
            </a:lvl3pPr>
            <a:lvl4pPr>
              <a:defRPr sz="2200"/>
            </a:lvl4pPr>
            <a:lvl5pPr>
              <a:defRPr sz="21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06638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Slide title</a:t>
            </a:r>
          </a:p>
        </p:txBody>
      </p:sp>
      <p:sp>
        <p:nvSpPr>
          <p:cNvPr id="3" name="Content Placeholder 2"/>
          <p:cNvSpPr>
            <a:spLocks noGrp="1"/>
          </p:cNvSpPr>
          <p:nvPr>
            <p:ph sz="half" idx="1"/>
          </p:nvPr>
        </p:nvSpPr>
        <p:spPr>
          <a:xfrm>
            <a:off x="246888" y="1225296"/>
            <a:ext cx="14127480" cy="3200400"/>
          </a:xfrm>
        </p:spPr>
        <p:txBody>
          <a:bodyPr/>
          <a:lstStyle>
            <a:lvl1pPr>
              <a:defRPr sz="3200"/>
            </a:lvl1pPr>
            <a:lvl2pPr>
              <a:defRPr sz="2800"/>
            </a:lvl2pPr>
            <a:lvl3pPr>
              <a:defRPr sz="2400"/>
            </a:lvl3pPr>
            <a:lvl4pPr>
              <a:defRPr sz="2200"/>
            </a:lvl4pPr>
            <a:lvl5pPr>
              <a:defRPr sz="21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46888" y="4572000"/>
            <a:ext cx="14127480" cy="3200400"/>
          </a:xfrm>
        </p:spPr>
        <p:txBody>
          <a:bodyPr/>
          <a:lstStyle>
            <a:lvl1pPr>
              <a:defRPr sz="3200"/>
            </a:lvl1pPr>
            <a:lvl2pPr>
              <a:defRPr sz="2800"/>
            </a:lvl2pPr>
            <a:lvl3pPr>
              <a:defRPr sz="2400"/>
            </a:lvl3pPr>
            <a:lvl4pPr>
              <a:defRPr sz="2200"/>
            </a:lvl4pPr>
            <a:lvl5pPr>
              <a:defRPr sz="21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729395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Slide title</a:t>
            </a:r>
          </a:p>
        </p:txBody>
      </p:sp>
      <p:sp>
        <p:nvSpPr>
          <p:cNvPr id="3" name="Text Placeholder 2"/>
          <p:cNvSpPr>
            <a:spLocks noGrp="1"/>
          </p:cNvSpPr>
          <p:nvPr>
            <p:ph type="body" idx="1"/>
          </p:nvPr>
        </p:nvSpPr>
        <p:spPr>
          <a:xfrm>
            <a:off x="246888" y="1225296"/>
            <a:ext cx="6949440" cy="762000"/>
          </a:xfrm>
        </p:spPr>
        <p:txBody>
          <a:bodyPr anchor="ctr">
            <a:normAutofit/>
          </a:bodyPr>
          <a:lstStyle>
            <a:lvl1pPr marL="0" indent="0">
              <a:buNone/>
              <a:defRPr sz="3200" b="0"/>
            </a:lvl1pPr>
            <a:lvl2pPr marL="682652" indent="0">
              <a:buNone/>
              <a:defRPr sz="3200" b="1"/>
            </a:lvl2pPr>
            <a:lvl3pPr marL="1365306" indent="0">
              <a:buNone/>
              <a:defRPr sz="2800" b="1"/>
            </a:lvl3pPr>
            <a:lvl4pPr marL="2047958" indent="0">
              <a:buNone/>
              <a:defRPr sz="2600" b="1"/>
            </a:lvl4pPr>
            <a:lvl5pPr marL="2730612" indent="0">
              <a:buNone/>
              <a:defRPr sz="2600" b="1"/>
            </a:lvl5pPr>
            <a:lvl6pPr marL="3413266" indent="0">
              <a:buNone/>
              <a:defRPr sz="2600" b="1"/>
            </a:lvl6pPr>
            <a:lvl7pPr marL="4095918" indent="0">
              <a:buNone/>
              <a:defRPr sz="2600" b="1"/>
            </a:lvl7pPr>
            <a:lvl8pPr marL="4778572" indent="0">
              <a:buNone/>
              <a:defRPr sz="2600" b="1"/>
            </a:lvl8pPr>
            <a:lvl9pPr marL="5461224" indent="0">
              <a:buNone/>
              <a:defRPr sz="2600" b="1"/>
            </a:lvl9pPr>
          </a:lstStyle>
          <a:p>
            <a:pPr lvl="0"/>
            <a:r>
              <a:rPr lang="en-US"/>
              <a:t>Click to edit Master text styles</a:t>
            </a:r>
          </a:p>
        </p:txBody>
      </p:sp>
      <p:sp>
        <p:nvSpPr>
          <p:cNvPr id="4" name="Content Placeholder 3"/>
          <p:cNvSpPr>
            <a:spLocks noGrp="1"/>
          </p:cNvSpPr>
          <p:nvPr>
            <p:ph sz="half" idx="2"/>
          </p:nvPr>
        </p:nvSpPr>
        <p:spPr>
          <a:xfrm>
            <a:off x="246888" y="1987294"/>
            <a:ext cx="6949440" cy="5852160"/>
          </a:xfrm>
        </p:spPr>
        <p:txBody>
          <a:bodyPr/>
          <a:lstStyle>
            <a:lvl1pPr>
              <a:defRPr sz="2800"/>
            </a:lvl1pPr>
            <a:lvl2pPr>
              <a:defRPr sz="2400"/>
            </a:lvl2pPr>
            <a:lvl3pPr>
              <a:defRPr sz="2200"/>
            </a:lvl3pPr>
            <a:lvl4pPr>
              <a:defRPr sz="2100"/>
            </a:lvl4pPr>
            <a:lvl5pPr>
              <a:defRPr sz="20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24928" y="1225296"/>
            <a:ext cx="6949440" cy="761998"/>
          </a:xfrm>
        </p:spPr>
        <p:txBody>
          <a:bodyPr anchor="ctr">
            <a:normAutofit/>
          </a:bodyPr>
          <a:lstStyle>
            <a:lvl1pPr marL="0" indent="0">
              <a:buNone/>
              <a:defRPr sz="3200" b="0"/>
            </a:lvl1pPr>
            <a:lvl2pPr marL="682652" indent="0">
              <a:buNone/>
              <a:defRPr sz="3200" b="1"/>
            </a:lvl2pPr>
            <a:lvl3pPr marL="1365306" indent="0">
              <a:buNone/>
              <a:defRPr sz="2800" b="1"/>
            </a:lvl3pPr>
            <a:lvl4pPr marL="2047958" indent="0">
              <a:buNone/>
              <a:defRPr sz="2600" b="1"/>
            </a:lvl4pPr>
            <a:lvl5pPr marL="2730612" indent="0">
              <a:buNone/>
              <a:defRPr sz="2600" b="1"/>
            </a:lvl5pPr>
            <a:lvl6pPr marL="3413266" indent="0">
              <a:buNone/>
              <a:defRPr sz="2600" b="1"/>
            </a:lvl6pPr>
            <a:lvl7pPr marL="4095918" indent="0">
              <a:buNone/>
              <a:defRPr sz="2600" b="1"/>
            </a:lvl7pPr>
            <a:lvl8pPr marL="4778572" indent="0">
              <a:buNone/>
              <a:defRPr sz="2600" b="1"/>
            </a:lvl8pPr>
            <a:lvl9pPr marL="5461224" indent="0">
              <a:buNone/>
              <a:defRPr sz="2600" b="1"/>
            </a:lvl9pPr>
          </a:lstStyle>
          <a:p>
            <a:pPr lvl="0"/>
            <a:r>
              <a:rPr lang="en-US"/>
              <a:t>Click to edit Master text styles</a:t>
            </a:r>
          </a:p>
        </p:txBody>
      </p:sp>
      <p:sp>
        <p:nvSpPr>
          <p:cNvPr id="6" name="Content Placeholder 5"/>
          <p:cNvSpPr>
            <a:spLocks noGrp="1"/>
          </p:cNvSpPr>
          <p:nvPr>
            <p:ph sz="quarter" idx="4"/>
          </p:nvPr>
        </p:nvSpPr>
        <p:spPr>
          <a:xfrm>
            <a:off x="7424928" y="1987294"/>
            <a:ext cx="6949440" cy="5852160"/>
          </a:xfrm>
        </p:spPr>
        <p:txBody>
          <a:bodyPr/>
          <a:lstStyle>
            <a:lvl1pPr>
              <a:defRPr sz="2800"/>
            </a:lvl1pPr>
            <a:lvl2pPr>
              <a:defRPr sz="2400"/>
            </a:lvl2pPr>
            <a:lvl3pPr>
              <a:defRPr sz="2200"/>
            </a:lvl3pPr>
            <a:lvl4pPr>
              <a:defRPr sz="2100"/>
            </a:lvl4pPr>
            <a:lvl5pPr>
              <a:defRPr sz="20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76143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978630" y="1295400"/>
            <a:ext cx="8412480" cy="6553200"/>
          </a:xfrm>
        </p:spPr>
        <p:txBody>
          <a:bodyPr>
            <a:normAutofit/>
          </a:bodyPr>
          <a:lstStyle>
            <a:lvl1pPr>
              <a:defRPr sz="3200"/>
            </a:lvl1pPr>
            <a:lvl2pPr>
              <a:defRPr sz="2800"/>
            </a:lvl2pPr>
            <a:lvl3pPr>
              <a:defRPr sz="2400"/>
            </a:lvl3pPr>
            <a:lvl4pPr>
              <a:defRPr sz="2200"/>
            </a:lvl4pPr>
            <a:lvl5pPr>
              <a:defRPr sz="21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hasCustomPrompt="1"/>
          </p:nvPr>
        </p:nvSpPr>
        <p:spPr/>
        <p:txBody>
          <a:bodyPr/>
          <a:lstStyle>
            <a:lvl1pPr>
              <a:defRPr/>
            </a:lvl1pPr>
          </a:lstStyle>
          <a:p>
            <a:r>
              <a:rPr lang="en-US"/>
              <a:t>Click to add Slide title</a:t>
            </a:r>
          </a:p>
        </p:txBody>
      </p:sp>
      <p:sp>
        <p:nvSpPr>
          <p:cNvPr id="7" name="Content Placeholder 6"/>
          <p:cNvSpPr>
            <a:spLocks noGrp="1" noChangeAspect="1"/>
          </p:cNvSpPr>
          <p:nvPr>
            <p:ph sz="quarter" idx="10" hasCustomPrompt="1"/>
          </p:nvPr>
        </p:nvSpPr>
        <p:spPr>
          <a:xfrm>
            <a:off x="256032" y="1752600"/>
            <a:ext cx="5486400" cy="5486400"/>
          </a:xfrm>
        </p:spPr>
        <p:txBody>
          <a:bodyPr/>
          <a:lstStyle>
            <a:lvl1pPr>
              <a:defRPr baseline="0"/>
            </a:lvl1pPr>
            <a:lvl2pPr marL="682652" indent="0">
              <a:buNone/>
              <a:defRPr/>
            </a:lvl2pPr>
            <a:lvl3pPr marL="1365308" indent="0">
              <a:buNone/>
              <a:defRPr/>
            </a:lvl3pPr>
            <a:lvl4pPr marL="2047960" indent="0">
              <a:buNone/>
              <a:defRPr/>
            </a:lvl4pPr>
            <a:lvl5pPr marL="2730614" indent="0">
              <a:buNone/>
              <a:defRPr/>
            </a:lvl5pPr>
          </a:lstStyle>
          <a:p>
            <a:pPr lvl="0"/>
            <a:r>
              <a:rPr lang="en-US"/>
              <a:t>Click to insert Chart, Table or Picture</a:t>
            </a:r>
          </a:p>
        </p:txBody>
      </p:sp>
    </p:spTree>
    <p:extLst>
      <p:ext uri="{BB962C8B-B14F-4D97-AF65-F5344CB8AC3E}">
        <p14:creationId xmlns:p14="http://schemas.microsoft.com/office/powerpoint/2010/main" val="389756598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888" y="1225296"/>
            <a:ext cx="8412480" cy="6553200"/>
          </a:xfrm>
        </p:spPr>
        <p:txBody>
          <a:bodyPr>
            <a:normAutofit/>
          </a:bodyPr>
          <a:lstStyle>
            <a:lvl1pPr>
              <a:defRPr sz="3200"/>
            </a:lvl1pPr>
            <a:lvl2pPr>
              <a:defRPr sz="2800"/>
            </a:lvl2pPr>
            <a:lvl3pPr>
              <a:defRPr sz="2400"/>
            </a:lvl3pPr>
            <a:lvl4pPr>
              <a:defRPr sz="2200"/>
            </a:lvl4pPr>
            <a:lvl5pPr>
              <a:defRPr sz="21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hasCustomPrompt="1"/>
          </p:nvPr>
        </p:nvSpPr>
        <p:spPr/>
        <p:txBody>
          <a:bodyPr/>
          <a:lstStyle>
            <a:lvl1pPr>
              <a:defRPr/>
            </a:lvl1pPr>
          </a:lstStyle>
          <a:p>
            <a:r>
              <a:rPr lang="en-US"/>
              <a:t>Click to add Slide title</a:t>
            </a:r>
          </a:p>
        </p:txBody>
      </p:sp>
      <p:sp>
        <p:nvSpPr>
          <p:cNvPr id="7" name="Content Placeholder 6"/>
          <p:cNvSpPr>
            <a:spLocks noGrp="1" noChangeAspect="1"/>
          </p:cNvSpPr>
          <p:nvPr>
            <p:ph sz="quarter" idx="10" hasCustomPrompt="1"/>
          </p:nvPr>
        </p:nvSpPr>
        <p:spPr>
          <a:xfrm>
            <a:off x="8839200" y="1905000"/>
            <a:ext cx="5486400" cy="5562600"/>
          </a:xfrm>
        </p:spPr>
        <p:txBody>
          <a:bodyPr/>
          <a:lstStyle>
            <a:lvl1pPr>
              <a:defRPr baseline="0"/>
            </a:lvl1pPr>
            <a:lvl2pPr marL="682652" indent="0">
              <a:buNone/>
              <a:defRPr/>
            </a:lvl2pPr>
            <a:lvl3pPr marL="1365308" indent="0">
              <a:buNone/>
              <a:defRPr/>
            </a:lvl3pPr>
            <a:lvl4pPr marL="2047960" indent="0">
              <a:buNone/>
              <a:defRPr/>
            </a:lvl4pPr>
            <a:lvl5pPr marL="2730614" indent="0">
              <a:buNone/>
              <a:defRPr/>
            </a:lvl5pPr>
          </a:lstStyle>
          <a:p>
            <a:pPr lvl="0"/>
            <a:r>
              <a:rPr lang="en-US"/>
              <a:t>Click to insert Chart, Table or Picture</a:t>
            </a:r>
          </a:p>
        </p:txBody>
      </p:sp>
    </p:spTree>
    <p:extLst>
      <p:ext uri="{BB962C8B-B14F-4D97-AF65-F5344CB8AC3E}">
        <p14:creationId xmlns:p14="http://schemas.microsoft.com/office/powerpoint/2010/main" val="153460542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6" name="Content Placeholder 15"/>
          <p:cNvSpPr>
            <a:spLocks noGrp="1"/>
          </p:cNvSpPr>
          <p:nvPr userDrawn="1">
            <p:ph sz="quarter" idx="10" hasCustomPrompt="1"/>
          </p:nvPr>
        </p:nvSpPr>
        <p:spPr>
          <a:xfrm>
            <a:off x="7315200" y="1225296"/>
            <a:ext cx="7010400" cy="4565904"/>
          </a:xfr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1747368" y="1234588"/>
            <a:ext cx="5315419" cy="1450555"/>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747368" y="2805074"/>
            <a:ext cx="5315419" cy="1533144"/>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747369" y="4465320"/>
            <a:ext cx="5315420" cy="3383280"/>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8815682" y="5921400"/>
            <a:ext cx="5509918" cy="1927200"/>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87E8E716-850C-411C-8626-74EC8ED731DB}"/>
              </a:ext>
            </a:extLst>
          </p:cNvPr>
          <p:cNvSpPr/>
          <p:nvPr userDrawn="1"/>
        </p:nvSpPr>
        <p:spPr bwMode="auto">
          <a:xfrm>
            <a:off x="246888" y="1225296"/>
            <a:ext cx="1500480" cy="1463040"/>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p>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CONTEXT</a:t>
            </a:r>
          </a:p>
        </p:txBody>
      </p:sp>
      <p:sp>
        <p:nvSpPr>
          <p:cNvPr id="13" name="Rectangle 12">
            <a:extLst>
              <a:ext uri="{FF2B5EF4-FFF2-40B4-BE49-F238E27FC236}">
                <a16:creationId xmlns:a16="http://schemas.microsoft.com/office/drawing/2014/main" id="{04B2F39A-D4AF-4DE8-9CA1-34A3BCAA25E1}"/>
              </a:ext>
            </a:extLst>
          </p:cNvPr>
          <p:cNvSpPr/>
          <p:nvPr userDrawn="1"/>
        </p:nvSpPr>
        <p:spPr bwMode="auto">
          <a:xfrm>
            <a:off x="246888" y="2810256"/>
            <a:ext cx="1500480" cy="1533144"/>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p>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CHALLENGE</a:t>
            </a:r>
          </a:p>
        </p:txBody>
      </p:sp>
      <p:sp>
        <p:nvSpPr>
          <p:cNvPr id="14" name="Rectangle 13">
            <a:extLst>
              <a:ext uri="{FF2B5EF4-FFF2-40B4-BE49-F238E27FC236}">
                <a16:creationId xmlns:a16="http://schemas.microsoft.com/office/drawing/2014/main" id="{425E9701-2837-4BE2-A5FC-2FC7AA399544}"/>
              </a:ext>
            </a:extLst>
          </p:cNvPr>
          <p:cNvSpPr/>
          <p:nvPr userDrawn="1"/>
        </p:nvSpPr>
        <p:spPr bwMode="auto">
          <a:xfrm>
            <a:off x="246888" y="4470765"/>
            <a:ext cx="1500482" cy="3377835"/>
          </a:xfrm>
          <a:prstGeom prst="rect">
            <a:avLst/>
          </a:prstGeom>
          <a:gradFill flip="none" rotWithShape="1">
            <a:gsLst>
              <a:gs pos="0">
                <a:srgbClr val="F4CC4B">
                  <a:shade val="30000"/>
                  <a:satMod val="115000"/>
                </a:srgbClr>
              </a:gs>
              <a:gs pos="50000">
                <a:srgbClr val="F4CC4B">
                  <a:shade val="67500"/>
                  <a:satMod val="115000"/>
                </a:srgbClr>
              </a:gs>
              <a:gs pos="100000">
                <a:srgbClr val="F4CC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endParaRPr lang="en-IN" sz="1600" b="1" kern="0" spc="-80" baseline="0">
              <a:gradFill>
                <a:gsLst>
                  <a:gs pos="0">
                    <a:srgbClr val="FFFFFF"/>
                  </a:gs>
                  <a:gs pos="100000">
                    <a:srgbClr val="FFFFFF"/>
                  </a:gs>
                </a:gsLst>
                <a:lin ang="5400000" scaled="0"/>
              </a:gradFill>
              <a:ea typeface="Segoe UI" pitchFamily="34" charset="0"/>
              <a:cs typeface="Segoe UI" pitchFamily="34" charset="0"/>
            </a:endParaRPr>
          </a:p>
          <a:p>
            <a:pPr algn="ctr" defTabSz="1462210"/>
            <a:r>
              <a:rPr lang="en-IN" sz="1600" b="1" kern="0" spc="-80" baseline="0">
                <a:gradFill>
                  <a:gsLst>
                    <a:gs pos="0">
                      <a:srgbClr val="FFFFFF"/>
                    </a:gs>
                    <a:gs pos="100000">
                      <a:srgbClr val="FFFFFF"/>
                    </a:gs>
                  </a:gsLst>
                  <a:lin ang="5400000" scaled="0"/>
                </a:gradFill>
                <a:ea typeface="Segoe UI" pitchFamily="34" charset="0"/>
                <a:cs typeface="Segoe UI" pitchFamily="34" charset="0"/>
              </a:rPr>
              <a:t>SOLUTION</a:t>
            </a:r>
            <a:endParaRPr lang="en-IN" sz="1600" b="1" kern="0" spc="-80">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60043AC9-CAD8-44D9-8EB2-2148BE7FB202}"/>
              </a:ext>
            </a:extLst>
          </p:cNvPr>
          <p:cNvSpPr/>
          <p:nvPr userDrawn="1"/>
        </p:nvSpPr>
        <p:spPr bwMode="auto">
          <a:xfrm>
            <a:off x="7315201" y="5921400"/>
            <a:ext cx="1500482" cy="1927200"/>
          </a:xfrm>
          <a:prstGeom prst="rect">
            <a:avLst/>
          </a:prstGeom>
          <a:gradFill flip="none" rotWithShape="1">
            <a:gsLst>
              <a:gs pos="0">
                <a:srgbClr val="0093DD">
                  <a:shade val="30000"/>
                  <a:satMod val="115000"/>
                </a:srgbClr>
              </a:gs>
              <a:gs pos="50000">
                <a:srgbClr val="0093DD">
                  <a:shade val="67500"/>
                  <a:satMod val="115000"/>
                </a:srgbClr>
              </a:gs>
              <a:gs pos="100000">
                <a:srgbClr val="0093D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BENEFITS </a:t>
            </a:r>
          </a:p>
        </p:txBody>
      </p:sp>
    </p:spTree>
    <p:extLst>
      <p:ext uri="{BB962C8B-B14F-4D97-AF65-F5344CB8AC3E}">
        <p14:creationId xmlns:p14="http://schemas.microsoft.com/office/powerpoint/2010/main" val="185126220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6" name="Content Placeholder 15"/>
          <p:cNvSpPr>
            <a:spLocks noGrp="1"/>
          </p:cNvSpPr>
          <p:nvPr userDrawn="1">
            <p:ph sz="quarter" idx="10" hasCustomPrompt="1"/>
          </p:nvPr>
        </p:nvSpPr>
        <p:spPr>
          <a:xfrm>
            <a:off x="8305800" y="1256400"/>
            <a:ext cx="6019800" cy="6592200"/>
          </a:xfr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1746503" y="1225297"/>
            <a:ext cx="6400800" cy="1219200"/>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18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746503" y="2579322"/>
            <a:ext cx="6400800" cy="1039278"/>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1800"/>
            </a:lvl4pPr>
            <a:lvl5pPr marL="1144588" indent="-230188">
              <a:buFont typeface="Wingdings" panose="05000000000000000000" pitchFamily="2" charset="2"/>
              <a:buChar char="§"/>
              <a:defRPr sz="18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746503" y="3722322"/>
            <a:ext cx="6400800" cy="2639478"/>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1746503" y="6454800"/>
            <a:ext cx="6400800" cy="1393800"/>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18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8323BB42-6817-4AA3-B0D8-C27D7E5539E5}"/>
              </a:ext>
            </a:extLst>
          </p:cNvPr>
          <p:cNvSpPr/>
          <p:nvPr userDrawn="1"/>
        </p:nvSpPr>
        <p:spPr bwMode="auto">
          <a:xfrm>
            <a:off x="246888" y="1225296"/>
            <a:ext cx="1499616" cy="1219201"/>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p>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CONTEXT</a:t>
            </a:r>
          </a:p>
        </p:txBody>
      </p:sp>
      <p:sp>
        <p:nvSpPr>
          <p:cNvPr id="13" name="Rectangle 12">
            <a:extLst>
              <a:ext uri="{FF2B5EF4-FFF2-40B4-BE49-F238E27FC236}">
                <a16:creationId xmlns:a16="http://schemas.microsoft.com/office/drawing/2014/main" id="{28AD1E19-9D32-45B0-A28A-AAF2559517D9}"/>
              </a:ext>
            </a:extLst>
          </p:cNvPr>
          <p:cNvSpPr/>
          <p:nvPr userDrawn="1"/>
        </p:nvSpPr>
        <p:spPr bwMode="auto">
          <a:xfrm>
            <a:off x="246888" y="2578608"/>
            <a:ext cx="1499616" cy="1039278"/>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p>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CHALLENGE</a:t>
            </a:r>
          </a:p>
        </p:txBody>
      </p:sp>
      <p:sp>
        <p:nvSpPr>
          <p:cNvPr id="14" name="Rectangle 13">
            <a:extLst>
              <a:ext uri="{FF2B5EF4-FFF2-40B4-BE49-F238E27FC236}">
                <a16:creationId xmlns:a16="http://schemas.microsoft.com/office/drawing/2014/main" id="{95B708CB-6373-40AC-ADD7-27D8AFD7984D}"/>
              </a:ext>
            </a:extLst>
          </p:cNvPr>
          <p:cNvSpPr/>
          <p:nvPr userDrawn="1"/>
        </p:nvSpPr>
        <p:spPr bwMode="auto">
          <a:xfrm>
            <a:off x="246888" y="3720894"/>
            <a:ext cx="1499616" cy="2639478"/>
          </a:xfrm>
          <a:prstGeom prst="rect">
            <a:avLst/>
          </a:prstGeom>
          <a:gradFill flip="none" rotWithShape="1">
            <a:gsLst>
              <a:gs pos="0">
                <a:srgbClr val="FDD13D">
                  <a:shade val="30000"/>
                  <a:satMod val="115000"/>
                </a:srgbClr>
              </a:gs>
              <a:gs pos="50000">
                <a:srgbClr val="FDD13D">
                  <a:shade val="67500"/>
                  <a:satMod val="115000"/>
                </a:srgbClr>
              </a:gs>
              <a:gs pos="100000">
                <a:srgbClr val="FDD13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endParaRPr lang="en-IN" sz="1600" b="1" kern="0" spc="-80" baseline="0">
              <a:gradFill>
                <a:gsLst>
                  <a:gs pos="0">
                    <a:srgbClr val="FFFFFF"/>
                  </a:gs>
                  <a:gs pos="100000">
                    <a:srgbClr val="FFFFFF"/>
                  </a:gs>
                </a:gsLst>
                <a:lin ang="5400000" scaled="0"/>
              </a:gradFill>
              <a:ea typeface="Segoe UI" pitchFamily="34" charset="0"/>
              <a:cs typeface="Segoe UI" pitchFamily="34" charset="0"/>
            </a:endParaRPr>
          </a:p>
          <a:p>
            <a:pPr algn="ctr" defTabSz="1462210"/>
            <a:r>
              <a:rPr lang="en-IN" sz="1600" b="1" kern="0" spc="-80" baseline="0">
                <a:gradFill>
                  <a:gsLst>
                    <a:gs pos="0">
                      <a:srgbClr val="FFFFFF"/>
                    </a:gs>
                    <a:gs pos="100000">
                      <a:srgbClr val="FFFFFF"/>
                    </a:gs>
                  </a:gsLst>
                  <a:lin ang="5400000" scaled="0"/>
                </a:gradFill>
                <a:ea typeface="Segoe UI" pitchFamily="34" charset="0"/>
                <a:cs typeface="Segoe UI" pitchFamily="34" charset="0"/>
              </a:rPr>
              <a:t>SOLUTION</a:t>
            </a:r>
            <a:endParaRPr lang="en-IN" sz="1600" b="1" kern="0" spc="-80">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A8289611-71B9-4D88-A00F-DEA1FFC05C37}"/>
              </a:ext>
            </a:extLst>
          </p:cNvPr>
          <p:cNvSpPr/>
          <p:nvPr userDrawn="1"/>
        </p:nvSpPr>
        <p:spPr bwMode="auto">
          <a:xfrm>
            <a:off x="246888" y="6453372"/>
            <a:ext cx="1499616" cy="1393800"/>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BENEFITS </a:t>
            </a:r>
          </a:p>
        </p:txBody>
      </p:sp>
    </p:spTree>
    <p:extLst>
      <p:ext uri="{BB962C8B-B14F-4D97-AF65-F5344CB8AC3E}">
        <p14:creationId xmlns:p14="http://schemas.microsoft.com/office/powerpoint/2010/main" val="226699705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se Study 3">
    <p:spTree>
      <p:nvGrpSpPr>
        <p:cNvPr id="1" name=""/>
        <p:cNvGrpSpPr/>
        <p:nvPr/>
      </p:nvGrpSpPr>
      <p:grpSpPr>
        <a:xfrm>
          <a:off x="0" y="0"/>
          <a:ext cx="0" cy="0"/>
          <a:chOff x="0" y="0"/>
          <a:chExt cx="0" cy="0"/>
        </a:xfrm>
      </p:grpSpPr>
      <p:sp>
        <p:nvSpPr>
          <p:cNvPr id="15" name="Content Placeholder 15">
            <a:extLst>
              <a:ext uri="{FF2B5EF4-FFF2-40B4-BE49-F238E27FC236}">
                <a16:creationId xmlns:a16="http://schemas.microsoft.com/office/drawing/2014/main" id="{BB497F5D-FF60-4BA6-8F6B-3F3B6B651562}"/>
              </a:ext>
            </a:extLst>
          </p:cNvPr>
          <p:cNvSpPr>
            <a:spLocks noGrp="1"/>
          </p:cNvSpPr>
          <p:nvPr>
            <p:ph sz="quarter" idx="10" hasCustomPrompt="1"/>
          </p:nvPr>
        </p:nvSpPr>
        <p:spPr>
          <a:xfrm>
            <a:off x="8305800" y="1256400"/>
            <a:ext cx="6019800" cy="6592200"/>
          </a:xfrm>
          <a:prstGeom prst="rect">
            <a:avLst/>
          </a:prstGeo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6177E5CE-0E75-4EFA-8F3A-1BA3033B718B}"/>
              </a:ext>
            </a:extLst>
          </p:cNvPr>
          <p:cNvSpPr>
            <a:spLocks noGrp="1"/>
          </p:cNvSpPr>
          <p:nvPr>
            <p:ph type="body" sz="quarter" idx="11"/>
          </p:nvPr>
        </p:nvSpPr>
        <p:spPr>
          <a:xfrm>
            <a:off x="1747367" y="1221625"/>
            <a:ext cx="6400800" cy="1219201"/>
          </a:xfrm>
          <a:prstGeom prst="rect">
            <a:avLst/>
          </a:prstGeom>
          <a:ln>
            <a:solidFill>
              <a:schemeClr val="bg1">
                <a:lumMod val="85000"/>
              </a:schemeClr>
            </a:solidFill>
          </a:ln>
        </p:spPr>
        <p:txBody>
          <a:bodyPr anchor="ctr">
            <a:no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18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18" name="Text Placeholder 9">
            <a:extLst>
              <a:ext uri="{FF2B5EF4-FFF2-40B4-BE49-F238E27FC236}">
                <a16:creationId xmlns:a16="http://schemas.microsoft.com/office/drawing/2014/main" id="{6EB56A47-0B63-4CD3-94F7-DF8306AB43DF}"/>
              </a:ext>
            </a:extLst>
          </p:cNvPr>
          <p:cNvSpPr>
            <a:spLocks noGrp="1"/>
          </p:cNvSpPr>
          <p:nvPr>
            <p:ph type="body" sz="quarter" idx="13"/>
          </p:nvPr>
        </p:nvSpPr>
        <p:spPr>
          <a:xfrm>
            <a:off x="1746503" y="2564928"/>
            <a:ext cx="6400800" cy="3564601"/>
          </a:xfrm>
          <a:prstGeom prst="rect">
            <a:avLst/>
          </a:prstGeo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9">
            <a:extLst>
              <a:ext uri="{FF2B5EF4-FFF2-40B4-BE49-F238E27FC236}">
                <a16:creationId xmlns:a16="http://schemas.microsoft.com/office/drawing/2014/main" id="{F993636B-2910-4584-9725-D4EDC7994643}"/>
              </a:ext>
            </a:extLst>
          </p:cNvPr>
          <p:cNvSpPr>
            <a:spLocks noGrp="1"/>
          </p:cNvSpPr>
          <p:nvPr>
            <p:ph type="body" sz="quarter" idx="14"/>
          </p:nvPr>
        </p:nvSpPr>
        <p:spPr>
          <a:xfrm>
            <a:off x="1746503" y="6222529"/>
            <a:ext cx="6400800" cy="1622399"/>
          </a:xfrm>
          <a:prstGeom prst="rect">
            <a:avLst/>
          </a:prstGeo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18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22" name="Rectangle 21">
            <a:extLst>
              <a:ext uri="{FF2B5EF4-FFF2-40B4-BE49-F238E27FC236}">
                <a16:creationId xmlns:a16="http://schemas.microsoft.com/office/drawing/2014/main" id="{990BB79D-2E49-441B-84F5-5EA8AE9F46E4}"/>
              </a:ext>
            </a:extLst>
          </p:cNvPr>
          <p:cNvSpPr/>
          <p:nvPr userDrawn="1"/>
        </p:nvSpPr>
        <p:spPr bwMode="auto">
          <a:xfrm>
            <a:off x="246888" y="1225296"/>
            <a:ext cx="1499616" cy="1219201"/>
          </a:xfrm>
          <a:prstGeom prst="rect">
            <a:avLst/>
          </a:prstGeom>
          <a:gradFill flip="none" rotWithShape="1">
            <a:gsLst>
              <a:gs pos="0">
                <a:srgbClr val="669E44">
                  <a:shade val="30000"/>
                  <a:satMod val="115000"/>
                </a:srgbClr>
              </a:gs>
              <a:gs pos="50000">
                <a:srgbClr val="669E44">
                  <a:shade val="67500"/>
                  <a:satMod val="115000"/>
                </a:srgbClr>
              </a:gs>
              <a:gs pos="100000">
                <a:srgbClr val="669E44">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 CONTEXT</a:t>
            </a:r>
          </a:p>
        </p:txBody>
      </p:sp>
      <p:sp>
        <p:nvSpPr>
          <p:cNvPr id="23" name="Rectangle 22">
            <a:extLst>
              <a:ext uri="{FF2B5EF4-FFF2-40B4-BE49-F238E27FC236}">
                <a16:creationId xmlns:a16="http://schemas.microsoft.com/office/drawing/2014/main" id="{DBAD2946-76AA-476A-A6B1-F245734CB665}"/>
              </a:ext>
            </a:extLst>
          </p:cNvPr>
          <p:cNvSpPr/>
          <p:nvPr userDrawn="1"/>
        </p:nvSpPr>
        <p:spPr bwMode="auto">
          <a:xfrm>
            <a:off x="246888" y="2564928"/>
            <a:ext cx="1499616" cy="3564601"/>
          </a:xfrm>
          <a:prstGeom prst="rect">
            <a:avLst/>
          </a:prstGeom>
          <a:gradFill flip="none" rotWithShape="1">
            <a:gsLst>
              <a:gs pos="0">
                <a:srgbClr val="FED23E">
                  <a:shade val="30000"/>
                  <a:satMod val="115000"/>
                </a:srgbClr>
              </a:gs>
              <a:gs pos="50000">
                <a:srgbClr val="FED23E">
                  <a:shade val="67500"/>
                  <a:satMod val="115000"/>
                </a:srgbClr>
              </a:gs>
              <a:gs pos="100000">
                <a:srgbClr val="FED23E">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r>
              <a:rPr lang="en-IN" sz="1600" b="1" kern="0" spc="-80" baseline="0">
                <a:gradFill>
                  <a:gsLst>
                    <a:gs pos="0">
                      <a:srgbClr val="FFFFFF"/>
                    </a:gs>
                    <a:gs pos="100000">
                      <a:srgbClr val="FFFFFF"/>
                    </a:gs>
                  </a:gsLst>
                  <a:lin ang="5400000" scaled="0"/>
                </a:gradFill>
                <a:ea typeface="Segoe UI" pitchFamily="34" charset="0"/>
                <a:cs typeface="Segoe UI" pitchFamily="34" charset="0"/>
              </a:rPr>
              <a:t> SOLUTION</a:t>
            </a:r>
            <a:endParaRPr lang="en-IN" sz="1600" b="1" kern="0" spc="-80">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AB9F9B79-CB55-4936-8D72-0829D54436C7}"/>
              </a:ext>
            </a:extLst>
          </p:cNvPr>
          <p:cNvSpPr/>
          <p:nvPr userDrawn="1"/>
        </p:nvSpPr>
        <p:spPr bwMode="auto">
          <a:xfrm>
            <a:off x="246888" y="6226201"/>
            <a:ext cx="1499616" cy="1622399"/>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BENEFITS </a:t>
            </a:r>
          </a:p>
        </p:txBody>
      </p:sp>
      <p:sp>
        <p:nvSpPr>
          <p:cNvPr id="11" name="Title Placeholder 1">
            <a:extLst>
              <a:ext uri="{FF2B5EF4-FFF2-40B4-BE49-F238E27FC236}">
                <a16:creationId xmlns:a16="http://schemas.microsoft.com/office/drawing/2014/main" id="{F6DE2F05-D829-4E52-A343-15BD8035B570}"/>
              </a:ext>
            </a:extLst>
          </p:cNvPr>
          <p:cNvSpPr>
            <a:spLocks noGrp="1"/>
          </p:cNvSpPr>
          <p:nvPr>
            <p:ph type="title"/>
          </p:nvPr>
        </p:nvSpPr>
        <p:spPr>
          <a:xfrm>
            <a:off x="160166" y="390711"/>
            <a:ext cx="11887200" cy="657037"/>
          </a:xfrm>
          <a:prstGeom prst="rect">
            <a:avLst/>
          </a:prstGeom>
          <a:noFill/>
        </p:spPr>
        <p:txBody>
          <a:bodyPr vert="horz" lIns="68265" tIns="34134" rIns="68265" bIns="34134" rtlCol="0" anchor="ctr">
            <a:normAutofit/>
          </a:bodyPr>
          <a:lstStyle/>
          <a:p>
            <a:r>
              <a:rPr lang="en-US"/>
              <a:t>Click to edit title</a:t>
            </a:r>
          </a:p>
        </p:txBody>
      </p:sp>
    </p:spTree>
    <p:extLst>
      <p:ext uri="{BB962C8B-B14F-4D97-AF65-F5344CB8AC3E}">
        <p14:creationId xmlns:p14="http://schemas.microsoft.com/office/powerpoint/2010/main" val="2731395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se Study 4">
    <p:spTree>
      <p:nvGrpSpPr>
        <p:cNvPr id="1" name=""/>
        <p:cNvGrpSpPr/>
        <p:nvPr/>
      </p:nvGrpSpPr>
      <p:grpSpPr>
        <a:xfrm>
          <a:off x="0" y="0"/>
          <a:ext cx="0" cy="0"/>
          <a:chOff x="0" y="0"/>
          <a:chExt cx="0" cy="0"/>
        </a:xfrm>
      </p:grpSpPr>
      <p:sp>
        <p:nvSpPr>
          <p:cNvPr id="16" name="Text Placeholder 15"/>
          <p:cNvSpPr>
            <a:spLocks noGrp="1"/>
          </p:cNvSpPr>
          <p:nvPr>
            <p:ph type="body" sz="quarter" idx="11"/>
          </p:nvPr>
        </p:nvSpPr>
        <p:spPr>
          <a:xfrm>
            <a:off x="1923284" y="1225296"/>
            <a:ext cx="4724404" cy="1691640"/>
          </a:xfrm>
          <a:ln>
            <a:solidFill>
              <a:schemeClr val="bg1">
                <a:lumMod val="85000"/>
              </a:schemeClr>
            </a:solidFill>
          </a:ln>
        </p:spPr>
        <p:txBody>
          <a:bodyPr anchor="ctr">
            <a:normAutofit/>
          </a:bodyPr>
          <a:lstStyle>
            <a:lvl1pPr marL="0" indent="0">
              <a:buNone/>
              <a:defRPr sz="2400">
                <a:solidFill>
                  <a:schemeClr val="tx1"/>
                </a:solidFill>
                <a:latin typeface="Calibri" panose="020F0502020204030204" pitchFamily="34" charset="0"/>
                <a:cs typeface="Calibri" panose="020F0502020204030204" pitchFamily="34" charset="0"/>
              </a:defRPr>
            </a:lvl1pPr>
          </a:lstStyle>
          <a:p>
            <a:pPr lvl="0"/>
            <a:endParaRPr lang="en-US"/>
          </a:p>
        </p:txBody>
      </p:sp>
      <p:sp>
        <p:nvSpPr>
          <p:cNvPr id="5" name="Rectangle 4"/>
          <p:cNvSpPr/>
          <p:nvPr userDrawn="1"/>
        </p:nvSpPr>
        <p:spPr bwMode="auto">
          <a:xfrm>
            <a:off x="246888" y="1225296"/>
            <a:ext cx="1676396" cy="1691640"/>
          </a:xfrm>
          <a:prstGeom prst="rect">
            <a:avLst/>
          </a:prstGeom>
          <a:solidFill>
            <a:srgbClr val="00B0F0">
              <a:alpha val="85000"/>
            </a:srgbClr>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462376">
              <a:defRPr/>
            </a:pPr>
            <a:r>
              <a:rPr lang="en-IN" sz="2400" b="1" kern="0" spc="-80">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Problem</a:t>
            </a:r>
          </a:p>
          <a:p>
            <a:pPr algn="ctr" defTabSz="1462376">
              <a:defRPr/>
            </a:pPr>
            <a:r>
              <a:rPr lang="en-IN" sz="2400" b="1" kern="0" spc="-80">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Statement</a:t>
            </a:r>
          </a:p>
        </p:txBody>
      </p:sp>
      <p:sp>
        <p:nvSpPr>
          <p:cNvPr id="11" name="Picture Placeholder 10"/>
          <p:cNvSpPr>
            <a:spLocks noGrp="1"/>
          </p:cNvSpPr>
          <p:nvPr>
            <p:ph type="pic" sz="quarter" idx="10"/>
          </p:nvPr>
        </p:nvSpPr>
        <p:spPr>
          <a:xfrm>
            <a:off x="6858000" y="1235074"/>
            <a:ext cx="7525512" cy="6537326"/>
          </a:xfrm>
        </p:spPr>
        <p:txBody>
          <a:bodyPr/>
          <a:lstStyle>
            <a:lvl1pPr>
              <a:defRPr>
                <a:latin typeface="Calibri" panose="020F0502020204030204" pitchFamily="34" charset="0"/>
                <a:cs typeface="Calibri" panose="020F0502020204030204" pitchFamily="34" charset="0"/>
              </a:defRPr>
            </a:lvl1pPr>
          </a:lstStyle>
          <a:p>
            <a:endParaRPr lang="en-US"/>
          </a:p>
        </p:txBody>
      </p:sp>
      <p:sp>
        <p:nvSpPr>
          <p:cNvPr id="18" name="Text Placeholder 17"/>
          <p:cNvSpPr>
            <a:spLocks noGrp="1"/>
          </p:cNvSpPr>
          <p:nvPr>
            <p:ph type="body" sz="quarter" idx="12" hasCustomPrompt="1"/>
          </p:nvPr>
        </p:nvSpPr>
        <p:spPr>
          <a:xfrm>
            <a:off x="246888" y="3902072"/>
            <a:ext cx="6400800" cy="3870328"/>
          </a:xfrm>
          <a:ln>
            <a:solidFill>
              <a:schemeClr val="bg1">
                <a:lumMod val="85000"/>
              </a:schemeClr>
            </a:solidFill>
          </a:ln>
        </p:spPr>
        <p:txBody>
          <a:bodyPr anchor="t">
            <a:normAutofit/>
          </a:bodyPr>
          <a:lstStyle>
            <a:lvl1pPr marL="346075" indent="-346075">
              <a:buClr>
                <a:srgbClr val="0093DD"/>
              </a:buClr>
              <a:buFont typeface="Wingdings" panose="05000000000000000000" pitchFamily="2" charset="2"/>
              <a:buChar char="ü"/>
              <a:defRPr sz="2400">
                <a:solidFill>
                  <a:schemeClr val="tx1"/>
                </a:solidFill>
                <a:latin typeface="Calibri" panose="020F0502020204030204" pitchFamily="34" charset="0"/>
                <a:cs typeface="Calibri" panose="020F0502020204030204" pitchFamily="34" charset="0"/>
              </a:defRPr>
            </a:lvl1pPr>
            <a:lvl2pPr marL="685800" indent="-339725">
              <a:defRPr sz="2200">
                <a:latin typeface="Calibri" panose="020F0502020204030204" pitchFamily="34" charset="0"/>
                <a:cs typeface="Calibri" panose="020F0502020204030204" pitchFamily="34" charset="0"/>
              </a:defRPr>
            </a:lvl2pPr>
            <a:lvl3pPr marL="1031875" indent="-346075">
              <a:defRPr sz="2000">
                <a:latin typeface="Calibri" panose="020F0502020204030204" pitchFamily="34" charset="0"/>
                <a:cs typeface="Calibri" panose="020F0502020204030204" pitchFamily="34" charset="0"/>
              </a:defRPr>
            </a:lvl3pPr>
          </a:lstStyle>
          <a:p>
            <a:pPr lvl="0"/>
            <a:r>
              <a:rPr lang="en-US"/>
              <a:t>Enter Value Proposition</a:t>
            </a:r>
          </a:p>
          <a:p>
            <a:pPr lvl="1"/>
            <a:r>
              <a:rPr lang="en-US"/>
              <a:t>Second Level</a:t>
            </a:r>
          </a:p>
          <a:p>
            <a:pPr lvl="2"/>
            <a:r>
              <a:rPr lang="en-US"/>
              <a:t>Third Level</a:t>
            </a:r>
          </a:p>
        </p:txBody>
      </p:sp>
      <p:sp>
        <p:nvSpPr>
          <p:cNvPr id="10" name="Title 9">
            <a:extLst>
              <a:ext uri="{FF2B5EF4-FFF2-40B4-BE49-F238E27FC236}">
                <a16:creationId xmlns:a16="http://schemas.microsoft.com/office/drawing/2014/main" id="{CAB42664-D87D-4D83-91EC-7E510E152D6A}"/>
              </a:ext>
            </a:extLst>
          </p:cNvPr>
          <p:cNvSpPr>
            <a:spLocks noGrp="1"/>
          </p:cNvSpPr>
          <p:nvPr>
            <p:ph type="title"/>
          </p:nvPr>
        </p:nvSpPr>
        <p:spPr/>
        <p:txBody>
          <a:bodyPr/>
          <a:lstStyle/>
          <a:p>
            <a:r>
              <a:rPr lang="en-US"/>
              <a:t>Click to edit Master title style</a:t>
            </a:r>
          </a:p>
        </p:txBody>
      </p:sp>
      <p:sp>
        <p:nvSpPr>
          <p:cNvPr id="13" name="Rectangle 12">
            <a:extLst>
              <a:ext uri="{FF2B5EF4-FFF2-40B4-BE49-F238E27FC236}">
                <a16:creationId xmlns:a16="http://schemas.microsoft.com/office/drawing/2014/main" id="{CDFD3CC7-DA05-4FB2-814F-7487099E4B8F}"/>
              </a:ext>
            </a:extLst>
          </p:cNvPr>
          <p:cNvSpPr/>
          <p:nvPr userDrawn="1"/>
        </p:nvSpPr>
        <p:spPr bwMode="auto">
          <a:xfrm>
            <a:off x="246888" y="3063869"/>
            <a:ext cx="6400800" cy="838203"/>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81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defTabSz="1462376"/>
            <a:r>
              <a:rPr lang="en-IN" sz="2240" b="1" kern="0" spc="-80">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Unique Value Proposition</a:t>
            </a:r>
          </a:p>
        </p:txBody>
      </p:sp>
    </p:spTree>
    <p:extLst>
      <p:ext uri="{BB962C8B-B14F-4D97-AF65-F5344CB8AC3E}">
        <p14:creationId xmlns:p14="http://schemas.microsoft.com/office/powerpoint/2010/main" val="3874004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se Study 5">
    <p:spTree>
      <p:nvGrpSpPr>
        <p:cNvPr id="1" name=""/>
        <p:cNvGrpSpPr/>
        <p:nvPr/>
      </p:nvGrpSpPr>
      <p:grpSpPr>
        <a:xfrm>
          <a:off x="0" y="0"/>
          <a:ext cx="0" cy="0"/>
          <a:chOff x="0" y="0"/>
          <a:chExt cx="0" cy="0"/>
        </a:xfrm>
      </p:grpSpPr>
      <p:sp>
        <p:nvSpPr>
          <p:cNvPr id="27" name="Text Placeholder 26"/>
          <p:cNvSpPr>
            <a:spLocks noGrp="1"/>
          </p:cNvSpPr>
          <p:nvPr userDrawn="1">
            <p:ph type="body" sz="quarter" idx="11"/>
          </p:nvPr>
        </p:nvSpPr>
        <p:spPr>
          <a:xfrm>
            <a:off x="1899767" y="1225296"/>
            <a:ext cx="5212080" cy="3200400"/>
          </a:xfrm>
        </p:spPr>
        <p:txBody>
          <a:bodyPr anchor="ctr">
            <a:normAutofit/>
          </a:bodyPr>
          <a:lstStyle>
            <a:lvl1pPr marL="0" indent="0">
              <a:buNone/>
              <a:defRPr sz="2400">
                <a:solidFill>
                  <a:schemeClr val="tx1"/>
                </a:solidFill>
                <a:latin typeface="Calibri" panose="020F0502020204030204" pitchFamily="34" charset="0"/>
                <a:cs typeface="Calibri" panose="020F0502020204030204" pitchFamily="34" charset="0"/>
              </a:defRPr>
            </a:lvl1pPr>
          </a:lstStyle>
          <a:p>
            <a:pPr lvl="0"/>
            <a:endParaRPr lang="en-US"/>
          </a:p>
        </p:txBody>
      </p:sp>
      <p:sp>
        <p:nvSpPr>
          <p:cNvPr id="29" name="Text Placeholder 28"/>
          <p:cNvSpPr>
            <a:spLocks noGrp="1"/>
          </p:cNvSpPr>
          <p:nvPr userDrawn="1">
            <p:ph type="body" sz="quarter" idx="12"/>
          </p:nvPr>
        </p:nvSpPr>
        <p:spPr>
          <a:xfrm>
            <a:off x="9204951" y="1225296"/>
            <a:ext cx="5212080" cy="3200400"/>
          </a:xfrm>
        </p:spPr>
        <p:txBody>
          <a:bodyPr anchor="ctr">
            <a:normAutofit/>
          </a:bodyPr>
          <a:lstStyle>
            <a:lvl1pPr marL="457200" indent="-457200">
              <a:buClr>
                <a:srgbClr val="0093DD"/>
              </a:buClr>
              <a:buFont typeface="Wingdings" panose="05000000000000000000" pitchFamily="2" charset="2"/>
              <a:buChar char="ü"/>
              <a:defRPr sz="2400">
                <a:solidFill>
                  <a:schemeClr val="tx1"/>
                </a:solidFill>
                <a:latin typeface="Calibri" panose="020F0502020204030204" pitchFamily="34" charset="0"/>
                <a:cs typeface="Calibri" panose="020F0502020204030204" pitchFamily="34" charset="0"/>
              </a:defRPr>
            </a:lvl1pPr>
          </a:lstStyle>
          <a:p>
            <a:pPr lvl="0"/>
            <a:endParaRPr lang="en-US"/>
          </a:p>
        </p:txBody>
      </p:sp>
      <p:sp>
        <p:nvSpPr>
          <p:cNvPr id="20" name="Rectangle 19"/>
          <p:cNvSpPr/>
          <p:nvPr/>
        </p:nvSpPr>
        <p:spPr bwMode="auto">
          <a:xfrm>
            <a:off x="246888" y="1225295"/>
            <a:ext cx="1652880" cy="3200400"/>
          </a:xfrm>
          <a:prstGeom prst="rect">
            <a:avLst/>
          </a:prstGeom>
          <a:solidFill>
            <a:srgbClr val="00B0F0">
              <a:alpha val="85000"/>
            </a:srgbClr>
          </a:solidFill>
          <a:ln w="9525" cap="flat" cmpd="sng" algn="ctr">
            <a:noFill/>
            <a:prstDash val="solid"/>
            <a:headEnd type="none" w="med" len="med"/>
            <a:tailEnd type="none" w="med" len="med"/>
          </a:ln>
          <a:effectLst/>
        </p:spPr>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462376"/>
            <a:r>
              <a:rPr lang="en-IN" sz="2400" b="1" kern="0" spc="-80">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Problem</a:t>
            </a:r>
          </a:p>
          <a:p>
            <a:pPr algn="ctr" defTabSz="1462376"/>
            <a:r>
              <a:rPr lang="en-IN" sz="2400" b="1" kern="0" spc="-80">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Statement</a:t>
            </a:r>
          </a:p>
        </p:txBody>
      </p:sp>
      <p:sp>
        <p:nvSpPr>
          <p:cNvPr id="24" name="Picture Placeholder 23"/>
          <p:cNvSpPr>
            <a:spLocks noGrp="1"/>
          </p:cNvSpPr>
          <p:nvPr userDrawn="1">
            <p:ph type="pic" sz="quarter" idx="10"/>
          </p:nvPr>
        </p:nvSpPr>
        <p:spPr>
          <a:xfrm>
            <a:off x="246888" y="4648199"/>
            <a:ext cx="14170143" cy="3200400"/>
          </a:xfrm>
        </p:spPr>
        <p:txBody>
          <a:bodyPr/>
          <a:lstStyle>
            <a:lvl1pPr>
              <a:defRPr sz="2400">
                <a:latin typeface="Calibri" panose="020F0502020204030204" pitchFamily="34" charset="0"/>
                <a:cs typeface="Calibri" panose="020F0502020204030204" pitchFamily="34" charset="0"/>
              </a:defRPr>
            </a:lvl1pPr>
          </a:lstStyle>
          <a:p>
            <a:endParaRPr lang="en-US"/>
          </a:p>
        </p:txBody>
      </p:sp>
      <p:sp>
        <p:nvSpPr>
          <p:cNvPr id="3" name="Title 2">
            <a:extLst>
              <a:ext uri="{FF2B5EF4-FFF2-40B4-BE49-F238E27FC236}">
                <a16:creationId xmlns:a16="http://schemas.microsoft.com/office/drawing/2014/main" id="{EE447F24-2DDD-48EB-AA4E-F0EA006C6F0E}"/>
              </a:ext>
            </a:extLst>
          </p:cNvPr>
          <p:cNvSpPr>
            <a:spLocks noGrp="1"/>
          </p:cNvSpPr>
          <p:nvPr userDrawn="1">
            <p:ph type="title"/>
          </p:nvPr>
        </p:nvSpPr>
        <p:spPr/>
        <p:txBody>
          <a:bodyPr/>
          <a:lstStyle/>
          <a:p>
            <a:r>
              <a:rPr lang="en-US"/>
              <a:t>Click to edit Master title style</a:t>
            </a:r>
          </a:p>
        </p:txBody>
      </p:sp>
      <p:sp>
        <p:nvSpPr>
          <p:cNvPr id="16" name="Rectangle 15">
            <a:extLst>
              <a:ext uri="{FF2B5EF4-FFF2-40B4-BE49-F238E27FC236}">
                <a16:creationId xmlns:a16="http://schemas.microsoft.com/office/drawing/2014/main" id="{68BB5818-4290-409C-8589-9EA5AB5431BB}"/>
              </a:ext>
            </a:extLst>
          </p:cNvPr>
          <p:cNvSpPr/>
          <p:nvPr userDrawn="1"/>
        </p:nvSpPr>
        <p:spPr bwMode="auto">
          <a:xfrm>
            <a:off x="7357830" y="1225296"/>
            <a:ext cx="1847121" cy="3200395"/>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81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defTabSz="1462376"/>
            <a:r>
              <a:rPr lang="en-IN" sz="2400" b="1" kern="0" spc="-80">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Unique Value Proposition</a:t>
            </a:r>
          </a:p>
        </p:txBody>
      </p:sp>
    </p:spTree>
    <p:extLst>
      <p:ext uri="{BB962C8B-B14F-4D97-AF65-F5344CB8AC3E}">
        <p14:creationId xmlns:p14="http://schemas.microsoft.com/office/powerpoint/2010/main" val="23868998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Study (no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0" name="Text Placeholder 9"/>
          <p:cNvSpPr>
            <a:spLocks noGrp="1"/>
          </p:cNvSpPr>
          <p:nvPr>
            <p:ph type="body" sz="quarter" idx="11"/>
          </p:nvPr>
        </p:nvSpPr>
        <p:spPr>
          <a:xfrm>
            <a:off x="1746504" y="1225293"/>
            <a:ext cx="5486400" cy="1458931"/>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747367" y="2880358"/>
            <a:ext cx="5486400" cy="1463040"/>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684212" indent="0">
              <a:buFont typeface="Wingdings" panose="05000000000000000000" pitchFamily="2" charset="2"/>
              <a:buNone/>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747366" y="4465320"/>
            <a:ext cx="12650242" cy="3383280"/>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8887690" y="1225295"/>
            <a:ext cx="5509918" cy="3118103"/>
          </a:xfrm>
          <a:ln>
            <a:solidFill>
              <a:schemeClr val="bg1">
                <a:lumMod val="85000"/>
              </a:schemeClr>
            </a:solidFill>
          </a:ln>
        </p:spPr>
        <p:txBody>
          <a:bodyPr anchor="ctr">
            <a:normAutofit/>
          </a:bodyPr>
          <a:lstStyle>
            <a:lvl1pPr marL="230188" indent="-230188">
              <a:buFont typeface="Wingdings" panose="05000000000000000000" pitchFamily="2" charset="2"/>
              <a:buChar char="§"/>
              <a:defRPr sz="2400"/>
            </a:lvl1pPr>
            <a:lvl2pPr marL="460375" indent="-230188">
              <a:buFont typeface="Wingdings" panose="05000000000000000000" pitchFamily="2" charset="2"/>
              <a:buChar char="§"/>
              <a:defRPr sz="2400"/>
            </a:lvl2pPr>
            <a:lvl3pPr marL="684213" indent="-223838">
              <a:buFont typeface="Wingdings" panose="05000000000000000000" pitchFamily="2" charset="2"/>
              <a:buChar char="§"/>
              <a:defRPr sz="2400"/>
            </a:lvl3pPr>
            <a:lvl4pPr marL="914400" indent="-230188">
              <a:buFont typeface="Wingdings" panose="05000000000000000000" pitchFamily="2" charset="2"/>
              <a:buChar char="§"/>
              <a:defRPr sz="2400"/>
            </a:lvl4pPr>
            <a:lvl5pPr marL="914400" indent="0">
              <a:buFont typeface="Wingdings" panose="05000000000000000000" pitchFamily="2" charset="2"/>
              <a:buNone/>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15">
            <a:extLst>
              <a:ext uri="{FF2B5EF4-FFF2-40B4-BE49-F238E27FC236}">
                <a16:creationId xmlns:a16="http://schemas.microsoft.com/office/drawing/2014/main" id="{47206219-6FAB-492C-B518-614E2FC1C7F9}"/>
              </a:ext>
            </a:extLst>
          </p:cNvPr>
          <p:cNvSpPr/>
          <p:nvPr userDrawn="1"/>
        </p:nvSpPr>
        <p:spPr bwMode="auto">
          <a:xfrm>
            <a:off x="246888" y="2875566"/>
            <a:ext cx="1499616" cy="1467833"/>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p>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CHALLENGE</a:t>
            </a:r>
          </a:p>
        </p:txBody>
      </p:sp>
      <p:sp>
        <p:nvSpPr>
          <p:cNvPr id="17" name="Rectangle 16">
            <a:extLst>
              <a:ext uri="{FF2B5EF4-FFF2-40B4-BE49-F238E27FC236}">
                <a16:creationId xmlns:a16="http://schemas.microsoft.com/office/drawing/2014/main" id="{27F62DF1-821C-4620-A5D6-94B88130ABF5}"/>
              </a:ext>
            </a:extLst>
          </p:cNvPr>
          <p:cNvSpPr/>
          <p:nvPr userDrawn="1"/>
        </p:nvSpPr>
        <p:spPr bwMode="auto">
          <a:xfrm>
            <a:off x="7387208" y="1225296"/>
            <a:ext cx="1500482" cy="3118103"/>
          </a:xfrm>
          <a:prstGeom prst="rect">
            <a:avLst/>
          </a:prstGeom>
          <a:gradFill flip="none" rotWithShape="1">
            <a:gsLst>
              <a:gs pos="0">
                <a:srgbClr val="0093DD">
                  <a:shade val="30000"/>
                  <a:satMod val="115000"/>
                </a:srgbClr>
              </a:gs>
              <a:gs pos="50000">
                <a:srgbClr val="0093DD">
                  <a:shade val="67500"/>
                  <a:satMod val="115000"/>
                </a:srgbClr>
              </a:gs>
              <a:gs pos="100000">
                <a:srgbClr val="0093D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BENEFITS </a:t>
            </a:r>
          </a:p>
        </p:txBody>
      </p:sp>
      <p:sp>
        <p:nvSpPr>
          <p:cNvPr id="18" name="Rectangle 17">
            <a:extLst>
              <a:ext uri="{FF2B5EF4-FFF2-40B4-BE49-F238E27FC236}">
                <a16:creationId xmlns:a16="http://schemas.microsoft.com/office/drawing/2014/main" id="{D3130612-E972-488F-94C2-48D8D7D2710F}"/>
              </a:ext>
            </a:extLst>
          </p:cNvPr>
          <p:cNvSpPr/>
          <p:nvPr userDrawn="1"/>
        </p:nvSpPr>
        <p:spPr bwMode="auto">
          <a:xfrm>
            <a:off x="246888" y="4465320"/>
            <a:ext cx="1499616" cy="3383280"/>
          </a:xfrm>
          <a:prstGeom prst="rect">
            <a:avLst/>
          </a:prstGeom>
          <a:gradFill flip="none" rotWithShape="1">
            <a:gsLst>
              <a:gs pos="0">
                <a:srgbClr val="F4CC4B">
                  <a:shade val="30000"/>
                  <a:satMod val="115000"/>
                </a:srgbClr>
              </a:gs>
              <a:gs pos="50000">
                <a:srgbClr val="F4CC4B">
                  <a:shade val="67500"/>
                  <a:satMod val="115000"/>
                </a:srgbClr>
              </a:gs>
              <a:gs pos="100000">
                <a:srgbClr val="F4CC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endParaRPr lang="en-IN" sz="1600" b="1" kern="0" spc="-80" baseline="0">
              <a:gradFill>
                <a:gsLst>
                  <a:gs pos="0">
                    <a:srgbClr val="FFFFFF"/>
                  </a:gs>
                  <a:gs pos="100000">
                    <a:srgbClr val="FFFFFF"/>
                  </a:gs>
                </a:gsLst>
                <a:lin ang="5400000" scaled="0"/>
              </a:gradFill>
              <a:ea typeface="Segoe UI" pitchFamily="34" charset="0"/>
              <a:cs typeface="Segoe UI" pitchFamily="34" charset="0"/>
            </a:endParaRPr>
          </a:p>
          <a:p>
            <a:pPr algn="ctr" defTabSz="1462210"/>
            <a:r>
              <a:rPr lang="en-IN" sz="1600" b="1" kern="0" spc="-80" baseline="0">
                <a:gradFill>
                  <a:gsLst>
                    <a:gs pos="0">
                      <a:srgbClr val="FFFFFF"/>
                    </a:gs>
                    <a:gs pos="100000">
                      <a:srgbClr val="FFFFFF"/>
                    </a:gs>
                  </a:gsLst>
                  <a:lin ang="5400000" scaled="0"/>
                </a:gradFill>
                <a:ea typeface="Segoe UI" pitchFamily="34" charset="0"/>
                <a:cs typeface="Segoe UI" pitchFamily="34" charset="0"/>
              </a:rPr>
              <a:t>SOLUTION</a:t>
            </a:r>
            <a:endParaRPr lang="en-IN" sz="1600" b="1" kern="0" spc="-80">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a:extLst>
              <a:ext uri="{FF2B5EF4-FFF2-40B4-BE49-F238E27FC236}">
                <a16:creationId xmlns:a16="http://schemas.microsoft.com/office/drawing/2014/main" id="{15784391-A241-4901-9B0C-1C7D40C6BD3C}"/>
              </a:ext>
            </a:extLst>
          </p:cNvPr>
          <p:cNvSpPr/>
          <p:nvPr userDrawn="1"/>
        </p:nvSpPr>
        <p:spPr bwMode="auto">
          <a:xfrm>
            <a:off x="246888" y="1225294"/>
            <a:ext cx="1499616" cy="1463040"/>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21906" tIns="60954" rIns="60954" bIns="121906" numCol="1" spcCol="0" rtlCol="0" fromWordArt="0" anchor="ctr" anchorCtr="0" forceAA="0" compatLnSpc="1">
            <a:prstTxWarp prst="textNoShape">
              <a:avLst/>
            </a:prstTxWarp>
            <a:noAutofit/>
          </a:bodyPr>
          <a:lstStyle/>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THE</a:t>
            </a:r>
          </a:p>
          <a:p>
            <a:pPr algn="ctr" defTabSz="1462210"/>
            <a:r>
              <a:rPr lang="en-IN" sz="1600" b="1" kern="0" spc="-80">
                <a:gradFill>
                  <a:gsLst>
                    <a:gs pos="0">
                      <a:srgbClr val="FFFFFF"/>
                    </a:gs>
                    <a:gs pos="100000">
                      <a:srgbClr val="FFFFFF"/>
                    </a:gs>
                  </a:gsLst>
                  <a:lin ang="5400000" scaled="0"/>
                </a:gradFill>
                <a:ea typeface="Segoe UI" pitchFamily="34" charset="0"/>
                <a:cs typeface="Segoe UI" pitchFamily="34" charset="0"/>
              </a:rPr>
              <a:t>CONTEXT</a:t>
            </a:r>
          </a:p>
        </p:txBody>
      </p:sp>
    </p:spTree>
    <p:extLst>
      <p:ext uri="{BB962C8B-B14F-4D97-AF65-F5344CB8AC3E}">
        <p14:creationId xmlns:p14="http://schemas.microsoft.com/office/powerpoint/2010/main" val="427536136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Slide title</a:t>
            </a:r>
          </a:p>
        </p:txBody>
      </p:sp>
    </p:spTree>
    <p:extLst>
      <p:ext uri="{BB962C8B-B14F-4D97-AF65-F5344CB8AC3E}">
        <p14:creationId xmlns:p14="http://schemas.microsoft.com/office/powerpoint/2010/main" val="365434273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11" name="Rectangle 3">
            <a:extLst>
              <a:ext uri="{FF2B5EF4-FFF2-40B4-BE49-F238E27FC236}">
                <a16:creationId xmlns:a16="http://schemas.microsoft.com/office/drawing/2014/main" id="{63B5E91B-3FBF-461B-AB05-3182C4ED9E41}"/>
              </a:ext>
            </a:extLst>
          </p:cNvPr>
          <p:cNvSpPr/>
          <p:nvPr userDrawn="1"/>
        </p:nvSpPr>
        <p:spPr>
          <a:xfrm flipH="1" flipV="1">
            <a:off x="11658600" y="7918704"/>
            <a:ext cx="2971800" cy="310896"/>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sp>
        <p:nvSpPr>
          <p:cNvPr id="12" name="Rectangle 3">
            <a:extLst>
              <a:ext uri="{FF2B5EF4-FFF2-40B4-BE49-F238E27FC236}">
                <a16:creationId xmlns:a16="http://schemas.microsoft.com/office/drawing/2014/main" id="{DD15B942-BD25-43E4-88FC-6DEDFDAA9DD0}"/>
              </a:ext>
            </a:extLst>
          </p:cNvPr>
          <p:cNvSpPr/>
          <p:nvPr userDrawn="1"/>
        </p:nvSpPr>
        <p:spPr>
          <a:xfrm>
            <a:off x="0" y="7918704"/>
            <a:ext cx="11887200" cy="310896"/>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sp>
        <p:nvSpPr>
          <p:cNvPr id="15" name="Rectangle 14">
            <a:extLst>
              <a:ext uri="{FF2B5EF4-FFF2-40B4-BE49-F238E27FC236}">
                <a16:creationId xmlns:a16="http://schemas.microsoft.com/office/drawing/2014/main" id="{7481CF45-4396-488F-8F5E-89682FF65DA8}"/>
              </a:ext>
            </a:extLst>
          </p:cNvPr>
          <p:cNvSpPr/>
          <p:nvPr userDrawn="1"/>
        </p:nvSpPr>
        <p:spPr>
          <a:xfrm>
            <a:off x="0" y="0"/>
            <a:ext cx="14630400" cy="7800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1"/>
          </a:p>
        </p:txBody>
      </p:sp>
      <p:sp>
        <p:nvSpPr>
          <p:cNvPr id="16" name="Rectangle 3">
            <a:extLst>
              <a:ext uri="{FF2B5EF4-FFF2-40B4-BE49-F238E27FC236}">
                <a16:creationId xmlns:a16="http://schemas.microsoft.com/office/drawing/2014/main" id="{7BAE318F-DFF8-4934-815C-93A41E1F35D8}"/>
              </a:ext>
            </a:extLst>
          </p:cNvPr>
          <p:cNvSpPr/>
          <p:nvPr userDrawn="1"/>
        </p:nvSpPr>
        <p:spPr>
          <a:xfrm>
            <a:off x="1" y="96292"/>
            <a:ext cx="10854690" cy="153084"/>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sp>
        <p:nvSpPr>
          <p:cNvPr id="20" name="Rectangle 3">
            <a:extLst>
              <a:ext uri="{FF2B5EF4-FFF2-40B4-BE49-F238E27FC236}">
                <a16:creationId xmlns:a16="http://schemas.microsoft.com/office/drawing/2014/main" id="{B62D0F3C-3674-4727-8CF1-044520CC1701}"/>
              </a:ext>
            </a:extLst>
          </p:cNvPr>
          <p:cNvSpPr/>
          <p:nvPr userDrawn="1"/>
        </p:nvSpPr>
        <p:spPr>
          <a:xfrm flipH="1" flipV="1">
            <a:off x="10801350" y="96289"/>
            <a:ext cx="3829050" cy="153083"/>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sp>
        <p:nvSpPr>
          <p:cNvPr id="30" name="Slide Number Placeholder 5">
            <a:extLst>
              <a:ext uri="{FF2B5EF4-FFF2-40B4-BE49-F238E27FC236}">
                <a16:creationId xmlns:a16="http://schemas.microsoft.com/office/drawing/2014/main" id="{DFB39EB1-BD91-45AF-A0B4-6CD15820319F}"/>
              </a:ext>
            </a:extLst>
          </p:cNvPr>
          <p:cNvSpPr txBox="1">
            <a:spLocks/>
          </p:cNvSpPr>
          <p:nvPr userDrawn="1"/>
        </p:nvSpPr>
        <p:spPr>
          <a:xfrm>
            <a:off x="13777121" y="7925260"/>
            <a:ext cx="597433" cy="274320"/>
          </a:xfrm>
          <a:prstGeom prst="rect">
            <a:avLst/>
          </a:prstGeom>
        </p:spPr>
        <p:txBody>
          <a:bodyPr vert="horz" wrap="none" lIns="0" tIns="0" rIns="0" bIns="0" rtlCol="0" anchor="ctr">
            <a:noAutofit/>
          </a:bodyPr>
          <a:lstStyle>
            <a:lvl1pPr algn="r">
              <a:defRPr sz="1200">
                <a:solidFill>
                  <a:schemeClr val="tx1">
                    <a:tint val="75000"/>
                  </a:schemeClr>
                </a:solidFill>
              </a:defRPr>
            </a:lvl1pPr>
          </a:lstStyle>
          <a:p>
            <a:pPr marL="0" marR="0" lvl="0" indent="0" algn="r" defTabSz="1365306" rtl="0" eaLnBrk="1" fontAlgn="auto" latinLnBrk="0" hangingPunct="1">
              <a:lnSpc>
                <a:spcPct val="100000"/>
              </a:lnSpc>
              <a:spcBef>
                <a:spcPts val="0"/>
              </a:spcBef>
              <a:spcAft>
                <a:spcPts val="0"/>
              </a:spcAft>
              <a:buClrTx/>
              <a:buSzTx/>
              <a:buFontTx/>
              <a:buNone/>
              <a:tabLst/>
              <a:defRPr/>
            </a:pPr>
            <a:fld id="{74E1EC36-4E89-4D01-BAE6-06BCCB4D4B41}" type="slidenum">
              <a:rPr kumimoji="0" lang="en-US" sz="2000" b="0" i="0" u="none" strike="noStrike" kern="1200" cap="none" spc="0" normalizeH="0" baseline="0" noProof="0" smtClean="0">
                <a:ln>
                  <a:noFill/>
                </a:ln>
                <a:solidFill>
                  <a:schemeClr val="bg1"/>
                </a:solidFill>
                <a:effectLst/>
                <a:uLnTx/>
                <a:uFillTx/>
                <a:latin typeface="Calibri" panose="020F0502020204030204" pitchFamily="34" charset="0"/>
                <a:ea typeface="+mn-ea"/>
                <a:cs typeface="Calibri" panose="020F0502020204030204" pitchFamily="34" charset="0"/>
              </a:rPr>
              <a:pPr marL="0" marR="0" lvl="0" indent="0" algn="r" defTabSz="1365306"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a:ln>
                <a:noFill/>
              </a:ln>
              <a:solidFill>
                <a:schemeClr val="bg1"/>
              </a:solidFill>
              <a:effectLst/>
              <a:uLnTx/>
              <a:uFillTx/>
              <a:latin typeface="Calibri" panose="020F0502020204030204" pitchFamily="34" charset="0"/>
              <a:ea typeface="+mn-ea"/>
              <a:cs typeface="Calibri" panose="020F0502020204030204" pitchFamily="34" charset="0"/>
            </a:endParaRPr>
          </a:p>
        </p:txBody>
      </p:sp>
      <p:pic>
        <p:nvPicPr>
          <p:cNvPr id="31" name="Picture 30">
            <a:extLst>
              <a:ext uri="{FF2B5EF4-FFF2-40B4-BE49-F238E27FC236}">
                <a16:creationId xmlns:a16="http://schemas.microsoft.com/office/drawing/2014/main" id="{82C70ACB-ED5E-449C-9B13-6067D90C5A64}"/>
              </a:ext>
            </a:extLst>
          </p:cNvPr>
          <p:cNvPicPr>
            <a:picLocks noChangeAspect="1"/>
          </p:cNvPicPr>
          <p:nvPr userDrawn="1"/>
        </p:nvPicPr>
        <p:blipFill>
          <a:blip r:embed="rId2"/>
          <a:stretch>
            <a:fillRect/>
          </a:stretch>
        </p:blipFill>
        <p:spPr>
          <a:xfrm>
            <a:off x="12158513" y="335445"/>
            <a:ext cx="2377440" cy="804397"/>
          </a:xfrm>
          <a:prstGeom prst="rect">
            <a:avLst/>
          </a:prstGeom>
        </p:spPr>
      </p:pic>
      <p:pic>
        <p:nvPicPr>
          <p:cNvPr id="10" name="Picture 9">
            <a:extLst>
              <a:ext uri="{FF2B5EF4-FFF2-40B4-BE49-F238E27FC236}">
                <a16:creationId xmlns:a16="http://schemas.microsoft.com/office/drawing/2014/main" id="{D0D6184F-C6CF-4B0A-B76A-256DDACA784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7653" y="7944586"/>
            <a:ext cx="2281538" cy="274320"/>
          </a:xfrm>
          <a:prstGeom prst="rect">
            <a:avLst/>
          </a:prstGeom>
        </p:spPr>
      </p:pic>
    </p:spTree>
    <p:extLst>
      <p:ext uri="{BB962C8B-B14F-4D97-AF65-F5344CB8AC3E}">
        <p14:creationId xmlns:p14="http://schemas.microsoft.com/office/powerpoint/2010/main" val="372196898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972117" y="5961616"/>
            <a:ext cx="399834" cy="399834"/>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432169" y="5961616"/>
            <a:ext cx="399834" cy="399834"/>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892222" y="5961616"/>
            <a:ext cx="399834" cy="399834"/>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2352273" y="5961616"/>
            <a:ext cx="399834" cy="399834"/>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512065" y="5961616"/>
            <a:ext cx="399834" cy="399834"/>
          </a:xfrm>
          <a:prstGeom prst="rect">
            <a:avLst/>
          </a:prstGeom>
          <a:noFill/>
        </p:spPr>
      </p:pic>
      <p:sp>
        <p:nvSpPr>
          <p:cNvPr id="23" name="Rectangle 22"/>
          <p:cNvSpPr/>
          <p:nvPr/>
        </p:nvSpPr>
        <p:spPr>
          <a:xfrm>
            <a:off x="512064" y="6974793"/>
            <a:ext cx="3951619" cy="477567"/>
          </a:xfrm>
          <a:prstGeom prst="rect">
            <a:avLst/>
          </a:prstGeom>
        </p:spPr>
        <p:txBody>
          <a:bodyPr wrap="square" lIns="0" tIns="0" rIns="0" bIns="0" anchor="b" anchorCtr="0">
            <a:spAutoFit/>
          </a:bodyPr>
          <a:lstStyle/>
          <a:p>
            <a:pPr>
              <a:spcAft>
                <a:spcPts val="720"/>
              </a:spcAft>
            </a:pPr>
            <a:r>
              <a:rPr lang="en-US" sz="84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720"/>
              </a:spcAft>
            </a:pPr>
            <a:r>
              <a:rPr lang="en-US" sz="84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7427596" y="3528840"/>
            <a:ext cx="6022686" cy="2745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108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1080" kern="1200">
              <a:solidFill>
                <a:schemeClr val="lt1"/>
              </a:solidFill>
              <a:effectLst/>
              <a:latin typeface="+mn-lt"/>
              <a:ea typeface="+mn-ea"/>
              <a:cs typeface="+mn-cs"/>
            </a:endParaRPr>
          </a:p>
          <a:p>
            <a:pPr algn="just"/>
            <a:r>
              <a:rPr lang="en-GB" sz="1080" i="1" kern="1200">
                <a:solidFill>
                  <a:schemeClr val="lt1"/>
                </a:solidFill>
                <a:effectLst/>
                <a:latin typeface="+mn-lt"/>
                <a:ea typeface="+mn-ea"/>
                <a:cs typeface="+mn-cs"/>
              </a:rPr>
              <a:t> </a:t>
            </a:r>
            <a:endParaRPr lang="en-US" sz="1080" kern="1200">
              <a:solidFill>
                <a:schemeClr val="lt1"/>
              </a:solidFill>
              <a:effectLst/>
              <a:latin typeface="+mn-lt"/>
              <a:ea typeface="+mn-ea"/>
              <a:cs typeface="+mn-cs"/>
            </a:endParaRPr>
          </a:p>
          <a:p>
            <a:pPr algn="just"/>
            <a:r>
              <a:rPr lang="en-GB" sz="108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1080" kern="1200" err="1">
                <a:solidFill>
                  <a:schemeClr val="lt1"/>
                </a:solidFill>
                <a:effectLst/>
                <a:latin typeface="+mn-lt"/>
                <a:ea typeface="+mn-ea"/>
                <a:cs typeface="+mn-cs"/>
              </a:rPr>
              <a:t>fueled</a:t>
            </a:r>
            <a:r>
              <a:rPr lang="en-GB" sz="108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1080" kern="1200">
              <a:solidFill>
                <a:schemeClr val="lt1"/>
              </a:solidFill>
              <a:effectLst/>
              <a:latin typeface="+mn-lt"/>
              <a:ea typeface="+mn-ea"/>
              <a:cs typeface="+mn-cs"/>
            </a:endParaRPr>
          </a:p>
        </p:txBody>
      </p:sp>
      <p:sp>
        <p:nvSpPr>
          <p:cNvPr id="15" name="Rectangle 14"/>
          <p:cNvSpPr/>
          <p:nvPr/>
        </p:nvSpPr>
        <p:spPr>
          <a:xfrm>
            <a:off x="7427595" y="3073723"/>
            <a:ext cx="4121675" cy="274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400"/>
              </a:lnSpc>
            </a:pPr>
            <a:r>
              <a:rPr lang="en-US" sz="1680">
                <a:solidFill>
                  <a:schemeClr val="bg1"/>
                </a:solidFill>
                <a:latin typeface="Ubuntu" panose="020B0504030602030204" pitchFamily="34" charset="0"/>
              </a:rPr>
              <a:t>About Capgemini Engineering</a:t>
            </a:r>
          </a:p>
        </p:txBody>
      </p:sp>
      <p:sp>
        <p:nvSpPr>
          <p:cNvPr id="16" name="Rectangle 15"/>
          <p:cNvSpPr/>
          <p:nvPr/>
        </p:nvSpPr>
        <p:spPr>
          <a:xfrm>
            <a:off x="7427596" y="6947100"/>
            <a:ext cx="5214211" cy="488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1097280" rtl="0" eaLnBrk="1" fontAlgn="auto" latinLnBrk="0" hangingPunct="1">
              <a:lnSpc>
                <a:spcPts val="1440"/>
              </a:lnSpc>
              <a:spcBef>
                <a:spcPts val="0"/>
              </a:spcBef>
              <a:spcAft>
                <a:spcPts val="0"/>
              </a:spcAft>
              <a:buClrTx/>
              <a:buSzTx/>
              <a:buFontTx/>
              <a:buNone/>
              <a:tabLst/>
              <a:defRPr/>
            </a:pPr>
            <a:r>
              <a:rPr lang="en-GB" sz="1080">
                <a:solidFill>
                  <a:schemeClr val="bg1"/>
                </a:solidFill>
                <a:effectLst/>
                <a:latin typeface="Ubuntu" panose="020B0504030602030204" pitchFamily="34" charset="0"/>
              </a:rPr>
              <a:t>Get the Future You Want </a:t>
            </a:r>
            <a:r>
              <a:rPr lang="en-US" sz="1080">
                <a:solidFill>
                  <a:schemeClr val="bg1"/>
                </a:solidFill>
                <a:effectLst/>
                <a:latin typeface="Ubuntu" panose="020B0504030602030204" pitchFamily="34" charset="0"/>
              </a:rPr>
              <a:t>|</a:t>
            </a:r>
            <a:r>
              <a:rPr lang="en-GB" sz="1080">
                <a:solidFill>
                  <a:schemeClr val="bg1"/>
                </a:solidFill>
                <a:effectLst/>
                <a:latin typeface="Ubuntu" panose="020B0504030602030204" pitchFamily="34" charset="0"/>
              </a:rPr>
              <a:t> </a:t>
            </a:r>
            <a:r>
              <a:rPr lang="en-US" sz="126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291200" y="415352"/>
            <a:ext cx="6048000" cy="1489648"/>
          </a:xfrm>
          <a:prstGeom prst="rect">
            <a:avLst/>
          </a:prstGeom>
        </p:spPr>
      </p:pic>
      <p:sp>
        <p:nvSpPr>
          <p:cNvPr id="13" name="Rectangle 12">
            <a:extLst>
              <a:ext uri="{FF2B5EF4-FFF2-40B4-BE49-F238E27FC236}">
                <a16:creationId xmlns:a16="http://schemas.microsoft.com/office/drawing/2014/main" id="{A47B6E08-5B59-4445-AF18-C2656D24319A}"/>
              </a:ext>
            </a:extLst>
          </p:cNvPr>
          <p:cNvSpPr/>
          <p:nvPr userDrawn="1"/>
        </p:nvSpPr>
        <p:spPr>
          <a:xfrm>
            <a:off x="1432169" y="3404285"/>
            <a:ext cx="3411190"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ctr">
              <a:lnSpc>
                <a:spcPct val="100000"/>
              </a:lnSpc>
            </a:pPr>
            <a:r>
              <a:rPr lang="en-US" sz="5400" baseline="0">
                <a:solidFill>
                  <a:schemeClr val="bg1"/>
                </a:solidFill>
                <a:latin typeface="Ubuntu" panose="020B0504030602030204" pitchFamily="34" charset="0"/>
              </a:rPr>
              <a:t>Thank you!</a:t>
            </a:r>
          </a:p>
        </p:txBody>
      </p:sp>
      <p:sp>
        <p:nvSpPr>
          <p:cNvPr id="24" name="TextBox 23">
            <a:extLst>
              <a:ext uri="{FF2B5EF4-FFF2-40B4-BE49-F238E27FC236}">
                <a16:creationId xmlns:a16="http://schemas.microsoft.com/office/drawing/2014/main" id="{9EF2B11A-DC86-4127-886D-05777712DAD0}"/>
              </a:ext>
            </a:extLst>
          </p:cNvPr>
          <p:cNvSpPr txBox="1"/>
          <p:nvPr userDrawn="1"/>
        </p:nvSpPr>
        <p:spPr>
          <a:xfrm>
            <a:off x="2667000" y="7726351"/>
            <a:ext cx="9296400" cy="501398"/>
          </a:xfrm>
          <a:prstGeom prst="rect">
            <a:avLst/>
          </a:prstGeom>
          <a:noFill/>
          <a:ln>
            <a:noFill/>
          </a:ln>
        </p:spPr>
        <p:txBody>
          <a:bodyPr vert="horz" wrap="square" lIns="68265" tIns="34134" rIns="68265" bIns="34134" rtlCol="0" anchor="ctr">
            <a:noAutofit/>
          </a:bodyPr>
          <a:lstStyle/>
          <a:p>
            <a:pPr marL="0" marR="0" indent="0" algn="ctr" defTabSz="682653" rtl="0" eaLnBrk="1" fontAlgn="auto" latinLnBrk="0" hangingPunct="1">
              <a:lnSpc>
                <a:spcPct val="100000"/>
              </a:lnSpc>
              <a:spcBef>
                <a:spcPts val="0"/>
              </a:spcBef>
              <a:spcAft>
                <a:spcPts val="0"/>
              </a:spcAft>
              <a:buClrTx/>
              <a:buSzTx/>
              <a:buFontTx/>
              <a:buNone/>
              <a:tabLst/>
            </a:pPr>
            <a:r>
              <a:rPr kumimoji="0" lang="en-US" sz="2000"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HONESTY ● BOLDNESS ● TRUST ● FREEDOM ● FUN ● MODESTY ● TEAM SPIRIT</a:t>
            </a:r>
          </a:p>
        </p:txBody>
      </p:sp>
      <p:pic>
        <p:nvPicPr>
          <p:cNvPr id="5" name="Picture 4">
            <a:extLst>
              <a:ext uri="{FF2B5EF4-FFF2-40B4-BE49-F238E27FC236}">
                <a16:creationId xmlns:a16="http://schemas.microsoft.com/office/drawing/2014/main" id="{DD89B363-9E6D-4758-BB8D-DEFCAC546CFD}"/>
              </a:ext>
            </a:extLst>
          </p:cNvPr>
          <p:cNvPicPr>
            <a:picLocks noChangeAspect="1"/>
          </p:cNvPicPr>
          <p:nvPr userDrawn="1"/>
        </p:nvPicPr>
        <p:blipFill>
          <a:blip r:embed="rId13"/>
          <a:stretch>
            <a:fillRect/>
          </a:stretch>
        </p:blipFill>
        <p:spPr>
          <a:xfrm>
            <a:off x="6139839" y="533400"/>
            <a:ext cx="8109562" cy="6441393"/>
          </a:xfrm>
          <a:prstGeom prst="rect">
            <a:avLst/>
          </a:prstGeom>
        </p:spPr>
      </p:pic>
    </p:spTree>
    <p:extLst>
      <p:ext uri="{BB962C8B-B14F-4D97-AF65-F5344CB8AC3E}">
        <p14:creationId xmlns:p14="http://schemas.microsoft.com/office/powerpoint/2010/main" val="2749284076"/>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bout">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972117" y="5961616"/>
            <a:ext cx="399834" cy="399834"/>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432169" y="5961616"/>
            <a:ext cx="399834" cy="399834"/>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892222" y="5961616"/>
            <a:ext cx="399834" cy="399834"/>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2352273" y="5961616"/>
            <a:ext cx="399834" cy="399834"/>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512065" y="5961616"/>
            <a:ext cx="399834" cy="399834"/>
          </a:xfrm>
          <a:prstGeom prst="rect">
            <a:avLst/>
          </a:prstGeom>
          <a:noFill/>
        </p:spPr>
      </p:pic>
      <p:sp>
        <p:nvSpPr>
          <p:cNvPr id="23" name="Rectangle 22"/>
          <p:cNvSpPr/>
          <p:nvPr/>
        </p:nvSpPr>
        <p:spPr>
          <a:xfrm>
            <a:off x="512064" y="6974793"/>
            <a:ext cx="3951619" cy="477567"/>
          </a:xfrm>
          <a:prstGeom prst="rect">
            <a:avLst/>
          </a:prstGeom>
        </p:spPr>
        <p:txBody>
          <a:bodyPr wrap="square" lIns="0" tIns="0" rIns="0" bIns="0" anchor="b" anchorCtr="0">
            <a:spAutoFit/>
          </a:bodyPr>
          <a:lstStyle/>
          <a:p>
            <a:pPr>
              <a:spcAft>
                <a:spcPts val="720"/>
              </a:spcAft>
            </a:pPr>
            <a:r>
              <a:rPr lang="en-US" sz="84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720"/>
              </a:spcAft>
            </a:pPr>
            <a:r>
              <a:rPr lang="en-US" sz="84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7427596" y="3528840"/>
            <a:ext cx="6022686" cy="2745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108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1080" kern="1200">
              <a:solidFill>
                <a:schemeClr val="lt1"/>
              </a:solidFill>
              <a:effectLst/>
              <a:latin typeface="+mn-lt"/>
              <a:ea typeface="+mn-ea"/>
              <a:cs typeface="+mn-cs"/>
            </a:endParaRPr>
          </a:p>
          <a:p>
            <a:pPr algn="just"/>
            <a:r>
              <a:rPr lang="en-GB" sz="1080" i="1" kern="1200">
                <a:solidFill>
                  <a:schemeClr val="lt1"/>
                </a:solidFill>
                <a:effectLst/>
                <a:latin typeface="+mn-lt"/>
                <a:ea typeface="+mn-ea"/>
                <a:cs typeface="+mn-cs"/>
              </a:rPr>
              <a:t> </a:t>
            </a:r>
            <a:endParaRPr lang="en-US" sz="1080" kern="1200">
              <a:solidFill>
                <a:schemeClr val="lt1"/>
              </a:solidFill>
              <a:effectLst/>
              <a:latin typeface="+mn-lt"/>
              <a:ea typeface="+mn-ea"/>
              <a:cs typeface="+mn-cs"/>
            </a:endParaRPr>
          </a:p>
          <a:p>
            <a:pPr algn="just"/>
            <a:r>
              <a:rPr lang="en-GB" sz="108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1080" kern="1200" err="1">
                <a:solidFill>
                  <a:schemeClr val="lt1"/>
                </a:solidFill>
                <a:effectLst/>
                <a:latin typeface="+mn-lt"/>
                <a:ea typeface="+mn-ea"/>
                <a:cs typeface="+mn-cs"/>
              </a:rPr>
              <a:t>fueled</a:t>
            </a:r>
            <a:r>
              <a:rPr lang="en-GB" sz="108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1080" kern="1200">
              <a:solidFill>
                <a:schemeClr val="lt1"/>
              </a:solidFill>
              <a:effectLst/>
              <a:latin typeface="+mn-lt"/>
              <a:ea typeface="+mn-ea"/>
              <a:cs typeface="+mn-cs"/>
            </a:endParaRPr>
          </a:p>
        </p:txBody>
      </p:sp>
      <p:sp>
        <p:nvSpPr>
          <p:cNvPr id="15" name="Rectangle 14"/>
          <p:cNvSpPr/>
          <p:nvPr/>
        </p:nvSpPr>
        <p:spPr>
          <a:xfrm>
            <a:off x="7427595" y="3073723"/>
            <a:ext cx="4121675" cy="274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400"/>
              </a:lnSpc>
            </a:pPr>
            <a:r>
              <a:rPr lang="en-US" sz="1680">
                <a:solidFill>
                  <a:schemeClr val="bg1"/>
                </a:solidFill>
                <a:latin typeface="Ubuntu" panose="020B0504030602030204" pitchFamily="34" charset="0"/>
              </a:rPr>
              <a:t>About Capgemini Engineering</a:t>
            </a:r>
          </a:p>
        </p:txBody>
      </p:sp>
      <p:sp>
        <p:nvSpPr>
          <p:cNvPr id="16" name="Rectangle 15"/>
          <p:cNvSpPr/>
          <p:nvPr/>
        </p:nvSpPr>
        <p:spPr>
          <a:xfrm>
            <a:off x="7427596" y="6947100"/>
            <a:ext cx="5214211" cy="488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1097280" rtl="0" eaLnBrk="1" fontAlgn="auto" latinLnBrk="0" hangingPunct="1">
              <a:lnSpc>
                <a:spcPts val="1440"/>
              </a:lnSpc>
              <a:spcBef>
                <a:spcPts val="0"/>
              </a:spcBef>
              <a:spcAft>
                <a:spcPts val="0"/>
              </a:spcAft>
              <a:buClrTx/>
              <a:buSzTx/>
              <a:buFontTx/>
              <a:buNone/>
              <a:tabLst/>
              <a:defRPr/>
            </a:pPr>
            <a:r>
              <a:rPr lang="en-GB" sz="1080">
                <a:solidFill>
                  <a:schemeClr val="bg1"/>
                </a:solidFill>
                <a:effectLst/>
                <a:latin typeface="Ubuntu" panose="020B0504030602030204" pitchFamily="34" charset="0"/>
              </a:rPr>
              <a:t>Get the Future You Want </a:t>
            </a:r>
            <a:r>
              <a:rPr lang="en-US" sz="1080">
                <a:solidFill>
                  <a:schemeClr val="bg1"/>
                </a:solidFill>
                <a:effectLst/>
                <a:latin typeface="Ubuntu" panose="020B0504030602030204" pitchFamily="34" charset="0"/>
              </a:rPr>
              <a:t>|</a:t>
            </a:r>
            <a:r>
              <a:rPr lang="en-GB" sz="1080">
                <a:solidFill>
                  <a:schemeClr val="bg1"/>
                </a:solidFill>
                <a:effectLst/>
                <a:latin typeface="Ubuntu" panose="020B0504030602030204" pitchFamily="34" charset="0"/>
              </a:rPr>
              <a:t> </a:t>
            </a:r>
            <a:r>
              <a:rPr lang="en-US" sz="1260">
                <a:solidFill>
                  <a:schemeClr val="accent2"/>
                </a:solidFill>
                <a:latin typeface="Ubuntu" panose="020B0504030602030204" pitchFamily="34" charset="0"/>
              </a:rPr>
              <a:t>www.capgemini.com/capgemini-engineering</a:t>
            </a:r>
          </a:p>
        </p:txBody>
      </p:sp>
      <p:pic>
        <p:nvPicPr>
          <p:cNvPr id="13" name="Picture 12">
            <a:extLst>
              <a:ext uri="{FF2B5EF4-FFF2-40B4-BE49-F238E27FC236}">
                <a16:creationId xmlns:a16="http://schemas.microsoft.com/office/drawing/2014/main" id="{3300E91D-D8AB-4642-8474-259928247C7F}"/>
              </a:ext>
            </a:extLst>
          </p:cNvPr>
          <p:cNvPicPr>
            <a:picLocks noChangeAspect="1"/>
          </p:cNvPicPr>
          <p:nvPr userDrawn="1"/>
        </p:nvPicPr>
        <p:blipFill>
          <a:blip r:embed="rId12"/>
          <a:stretch>
            <a:fillRect/>
          </a:stretch>
        </p:blipFill>
        <p:spPr>
          <a:xfrm>
            <a:off x="6139839" y="533400"/>
            <a:ext cx="8109562" cy="6441393"/>
          </a:xfrm>
          <a:prstGeom prst="rect">
            <a:avLst/>
          </a:prstGeom>
        </p:spPr>
      </p:pic>
      <p:sp>
        <p:nvSpPr>
          <p:cNvPr id="24" name="TextBox 23">
            <a:extLst>
              <a:ext uri="{FF2B5EF4-FFF2-40B4-BE49-F238E27FC236}">
                <a16:creationId xmlns:a16="http://schemas.microsoft.com/office/drawing/2014/main" id="{1D8FC875-8D61-475D-8226-E2022B17AA83}"/>
              </a:ext>
            </a:extLst>
          </p:cNvPr>
          <p:cNvSpPr txBox="1"/>
          <p:nvPr userDrawn="1"/>
        </p:nvSpPr>
        <p:spPr>
          <a:xfrm>
            <a:off x="2667000" y="7726351"/>
            <a:ext cx="9296400" cy="501398"/>
          </a:xfrm>
          <a:prstGeom prst="rect">
            <a:avLst/>
          </a:prstGeom>
          <a:noFill/>
          <a:ln>
            <a:noFill/>
          </a:ln>
        </p:spPr>
        <p:txBody>
          <a:bodyPr vert="horz" wrap="square" lIns="68265" tIns="34134" rIns="68265" bIns="34134" rtlCol="0" anchor="ctr">
            <a:noAutofit/>
          </a:bodyPr>
          <a:lstStyle/>
          <a:p>
            <a:pPr marL="0" marR="0" indent="0" algn="ctr" defTabSz="682653" rtl="0" eaLnBrk="1" fontAlgn="auto" latinLnBrk="0" hangingPunct="1">
              <a:lnSpc>
                <a:spcPct val="100000"/>
              </a:lnSpc>
              <a:spcBef>
                <a:spcPts val="0"/>
              </a:spcBef>
              <a:spcAft>
                <a:spcPts val="0"/>
              </a:spcAft>
              <a:buClrTx/>
              <a:buSzTx/>
              <a:buFontTx/>
              <a:buNone/>
              <a:tabLst/>
            </a:pPr>
            <a:r>
              <a:rPr kumimoji="0" lang="en-US" sz="2000"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HONESTY ● BOLDNESS ● TRUST ● FREEDOM ● FUN ● MODESTY ● TEAM SPIRIT</a:t>
            </a:r>
          </a:p>
        </p:txBody>
      </p:sp>
      <p:pic>
        <p:nvPicPr>
          <p:cNvPr id="25" name="Image 21">
            <a:extLst>
              <a:ext uri="{FF2B5EF4-FFF2-40B4-BE49-F238E27FC236}">
                <a16:creationId xmlns:a16="http://schemas.microsoft.com/office/drawing/2014/main" id="{1174D05E-D314-4FA5-B7C0-9277CA6714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291200" y="415352"/>
            <a:ext cx="6048000" cy="1489648"/>
          </a:xfrm>
          <a:prstGeom prst="rect">
            <a:avLst/>
          </a:prstGeom>
        </p:spPr>
      </p:pic>
    </p:spTree>
    <p:extLst>
      <p:ext uri="{BB962C8B-B14F-4D97-AF65-F5344CB8AC3E}">
        <p14:creationId xmlns:p14="http://schemas.microsoft.com/office/powerpoint/2010/main" val="1940967238"/>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4630400" cy="822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6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2" y="0"/>
            <a:ext cx="7131244" cy="82296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09728" tIns="54864" rIns="109728" bIns="54864" numCol="1" anchor="t" anchorCtr="0" compatLnSpc="1">
            <a:prstTxWarp prst="textNoShape">
              <a:avLst/>
            </a:prstTxWarp>
            <a:noAutofit/>
          </a:bodyPr>
          <a:lstStyle/>
          <a:p>
            <a:endParaRPr lang="en-US" sz="336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5974842" y="2884933"/>
            <a:ext cx="882016" cy="818785"/>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36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360"/>
            </a:p>
          </p:txBody>
        </p:sp>
      </p:grpSp>
      <p:sp>
        <p:nvSpPr>
          <p:cNvPr id="14" name="Rectangle 13"/>
          <p:cNvSpPr/>
          <p:nvPr userDrawn="1"/>
        </p:nvSpPr>
        <p:spPr>
          <a:xfrm>
            <a:off x="7843422" y="3463615"/>
            <a:ext cx="5879437" cy="924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IN" sz="1080" kern="1200">
                <a:solidFill>
                  <a:schemeClr val="tx1"/>
                </a:solidFill>
                <a:effectLst/>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A responsible and multicultural company of 265,000 people in nearly 50 countries, Capgemini’s purpose is to unleash human energy through technology for an inclusive and sustainable future. With Altran, the Group reported 2019 combined global revenues of €17 billion</a:t>
            </a:r>
          </a:p>
        </p:txBody>
      </p:sp>
      <p:sp>
        <p:nvSpPr>
          <p:cNvPr id="15" name="Rectangle 14"/>
          <p:cNvSpPr/>
          <p:nvPr userDrawn="1"/>
        </p:nvSpPr>
        <p:spPr>
          <a:xfrm>
            <a:off x="7843421" y="3008499"/>
            <a:ext cx="2663952" cy="2786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400"/>
              </a:lnSpc>
            </a:pPr>
            <a:r>
              <a:rPr lang="en-US" sz="1680">
                <a:solidFill>
                  <a:schemeClr val="accent1"/>
                </a:solidFill>
              </a:rPr>
              <a:t>About Capgemini</a:t>
            </a:r>
          </a:p>
        </p:txBody>
      </p:sp>
      <p:sp>
        <p:nvSpPr>
          <p:cNvPr id="16" name="Rectangle 15"/>
          <p:cNvSpPr/>
          <p:nvPr userDrawn="1"/>
        </p:nvSpPr>
        <p:spPr>
          <a:xfrm>
            <a:off x="7843421" y="5271967"/>
            <a:ext cx="2468880" cy="488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440"/>
              </a:lnSpc>
              <a:spcAft>
                <a:spcPts val="720"/>
              </a:spcAft>
            </a:pPr>
            <a:r>
              <a:rPr lang="en-US" sz="1080">
                <a:solidFill>
                  <a:schemeClr val="tx1"/>
                </a:solidFill>
              </a:rPr>
              <a:t>Learn more about us at</a:t>
            </a:r>
          </a:p>
          <a:p>
            <a:pPr algn="just">
              <a:lnSpc>
                <a:spcPts val="1440"/>
              </a:lnSpc>
            </a:pPr>
            <a:r>
              <a:rPr lang="en-US" sz="168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972117" y="4775110"/>
            <a:ext cx="399834" cy="399834"/>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432169" y="4775110"/>
            <a:ext cx="399834" cy="399834"/>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892222" y="4775110"/>
            <a:ext cx="399834" cy="399834"/>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2352273" y="4775110"/>
            <a:ext cx="399834" cy="399834"/>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512065" y="4775110"/>
            <a:ext cx="399834" cy="399834"/>
          </a:xfrm>
          <a:prstGeom prst="rect">
            <a:avLst/>
          </a:prstGeom>
          <a:noFill/>
        </p:spPr>
      </p:pic>
      <p:sp>
        <p:nvSpPr>
          <p:cNvPr id="23" name="Rectangle 22"/>
          <p:cNvSpPr/>
          <p:nvPr userDrawn="1"/>
        </p:nvSpPr>
        <p:spPr>
          <a:xfrm>
            <a:off x="512064" y="6919394"/>
            <a:ext cx="5038344" cy="532966"/>
          </a:xfrm>
          <a:prstGeom prst="rect">
            <a:avLst/>
          </a:prstGeom>
        </p:spPr>
        <p:txBody>
          <a:bodyPr wrap="square" lIns="0" tIns="0" rIns="0" bIns="0" anchor="b" anchorCtr="0">
            <a:spAutoFit/>
          </a:bodyPr>
          <a:lstStyle/>
          <a:p>
            <a:pPr>
              <a:spcAft>
                <a:spcPts val="720"/>
              </a:spcAft>
            </a:pPr>
            <a:r>
              <a:rPr lang="en-US" sz="960" noProof="0">
                <a:solidFill>
                  <a:schemeClr val="bg1"/>
                </a:solidFill>
                <a:latin typeface="+mn-lt"/>
                <a:cs typeface="Arial"/>
              </a:rPr>
              <a:t>This message contains information that may be privileged or confidential and is the property of the Capgemini Group.</a:t>
            </a:r>
          </a:p>
          <a:p>
            <a:pPr>
              <a:spcAft>
                <a:spcPts val="720"/>
              </a:spcAft>
            </a:pPr>
            <a:r>
              <a:rPr lang="en-US" sz="960" noProof="0">
                <a:solidFill>
                  <a:schemeClr val="bg1"/>
                </a:solidFill>
                <a:latin typeface="Arial"/>
                <a:cs typeface="Arial"/>
              </a:rPr>
              <a:t>Copyright © 2020 Capgemini. All rights reserved.</a:t>
            </a:r>
          </a:p>
        </p:txBody>
      </p:sp>
      <p:sp>
        <p:nvSpPr>
          <p:cNvPr id="25" name="Rectangle 24">
            <a:hlinkClick r:id="rId12"/>
          </p:cNvPr>
          <p:cNvSpPr/>
          <p:nvPr userDrawn="1"/>
        </p:nvSpPr>
        <p:spPr>
          <a:xfrm>
            <a:off x="8987882" y="4574513"/>
            <a:ext cx="2803306" cy="149611"/>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360"/>
          </a:p>
        </p:txBody>
      </p:sp>
      <p:sp>
        <p:nvSpPr>
          <p:cNvPr id="26" name="Rectangle 25">
            <a:hlinkClick r:id="rId13"/>
          </p:cNvPr>
          <p:cNvSpPr/>
          <p:nvPr userDrawn="1"/>
        </p:nvSpPr>
        <p:spPr>
          <a:xfrm>
            <a:off x="12877038" y="4574513"/>
            <a:ext cx="845820" cy="149611"/>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360"/>
          </a:p>
        </p:txBody>
      </p:sp>
      <p:sp>
        <p:nvSpPr>
          <p:cNvPr id="24" name="ZoneTexte 23"/>
          <p:cNvSpPr txBox="1"/>
          <p:nvPr userDrawn="1"/>
        </p:nvSpPr>
        <p:spPr>
          <a:xfrm>
            <a:off x="503106" y="5258050"/>
            <a:ext cx="2535951" cy="313932"/>
          </a:xfrm>
          <a:prstGeom prst="rect">
            <a:avLst/>
          </a:prstGeom>
          <a:noFill/>
        </p:spPr>
        <p:txBody>
          <a:bodyPr wrap="none" lIns="0" rIns="0" rtlCol="0">
            <a:spAutoFit/>
          </a:bodyPr>
          <a:lstStyle/>
          <a:p>
            <a:r>
              <a:rPr lang="en-US" sz="1440" b="1">
                <a:solidFill>
                  <a:schemeClr val="bg1"/>
                </a:solidFill>
              </a:rPr>
              <a:t>People matter, results count.</a:t>
            </a:r>
          </a:p>
        </p:txBody>
      </p:sp>
    </p:spTree>
    <p:extLst>
      <p:ext uri="{BB962C8B-B14F-4D97-AF65-F5344CB8AC3E}">
        <p14:creationId xmlns:p14="http://schemas.microsoft.com/office/powerpoint/2010/main" val="265088761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 name="Rectangle 3">
            <a:extLst>
              <a:ext uri="{FF2B5EF4-FFF2-40B4-BE49-F238E27FC236}">
                <a16:creationId xmlns:a16="http://schemas.microsoft.com/office/drawing/2014/main" id="{3A95C8E0-F8E5-44CA-9108-C71BD90E1191}"/>
              </a:ext>
            </a:extLst>
          </p:cNvPr>
          <p:cNvSpPr/>
          <p:nvPr userDrawn="1"/>
        </p:nvSpPr>
        <p:spPr>
          <a:xfrm flipH="1" flipV="1">
            <a:off x="11658600" y="7918704"/>
            <a:ext cx="2971800" cy="310896"/>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sp>
        <p:nvSpPr>
          <p:cNvPr id="19" name="Rectangle 3">
            <a:extLst>
              <a:ext uri="{FF2B5EF4-FFF2-40B4-BE49-F238E27FC236}">
                <a16:creationId xmlns:a16="http://schemas.microsoft.com/office/drawing/2014/main" id="{0959E119-51B2-44D6-A6FA-EAFBB4CFC326}"/>
              </a:ext>
            </a:extLst>
          </p:cNvPr>
          <p:cNvSpPr/>
          <p:nvPr userDrawn="1"/>
        </p:nvSpPr>
        <p:spPr>
          <a:xfrm>
            <a:off x="0" y="7918704"/>
            <a:ext cx="11887200" cy="310896"/>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Calibri" panose="020F0502020204030204" pitchFamily="34" charset="0"/>
              <a:cs typeface="Calibri" panose="020F0502020204030204" pitchFamily="34" charset="0"/>
            </a:endParaRPr>
          </a:p>
        </p:txBody>
      </p:sp>
      <p:sp>
        <p:nvSpPr>
          <p:cNvPr id="2" name="Title Placeholder 1"/>
          <p:cNvSpPr>
            <a:spLocks noGrp="1"/>
          </p:cNvSpPr>
          <p:nvPr>
            <p:ph type="title"/>
          </p:nvPr>
        </p:nvSpPr>
        <p:spPr>
          <a:xfrm>
            <a:off x="160165" y="390711"/>
            <a:ext cx="13616955" cy="657037"/>
          </a:xfrm>
          <a:prstGeom prst="rect">
            <a:avLst/>
          </a:prstGeom>
          <a:noFill/>
        </p:spPr>
        <p:txBody>
          <a:bodyPr vert="horz" lIns="68265" tIns="34134" rIns="68265" bIns="34134" rtlCol="0" anchor="ctr">
            <a:normAutofit/>
          </a:bodyPr>
          <a:lstStyle/>
          <a:p>
            <a:r>
              <a:rPr lang="en-US"/>
              <a:t>Click to edit title</a:t>
            </a:r>
          </a:p>
        </p:txBody>
      </p:sp>
      <p:sp>
        <p:nvSpPr>
          <p:cNvPr id="3" name="Text Placeholder 2"/>
          <p:cNvSpPr>
            <a:spLocks noGrp="1"/>
          </p:cNvSpPr>
          <p:nvPr>
            <p:ph type="body" idx="1"/>
          </p:nvPr>
        </p:nvSpPr>
        <p:spPr>
          <a:xfrm>
            <a:off x="249496" y="1225916"/>
            <a:ext cx="14124120" cy="6592202"/>
          </a:xfrm>
          <a:prstGeom prst="rect">
            <a:avLst/>
          </a:prstGeom>
        </p:spPr>
        <p:txBody>
          <a:bodyPr vert="horz" lIns="68265" tIns="34134" rIns="68265" bIns="34134" rtlCol="0">
            <a:normAutofit/>
          </a:bodyPr>
          <a:lstStyle/>
          <a:p>
            <a:pPr lvl="0"/>
            <a:r>
              <a:rPr lang="en-US"/>
              <a:t>Click to edit text</a:t>
            </a:r>
          </a:p>
          <a:p>
            <a:pPr lvl="1"/>
            <a:r>
              <a:rPr lang="en-US"/>
              <a:t> 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11C37073-8F4D-4033-AB15-12A8727D457D}"/>
              </a:ext>
            </a:extLst>
          </p:cNvPr>
          <p:cNvSpPr/>
          <p:nvPr userDrawn="1"/>
        </p:nvSpPr>
        <p:spPr>
          <a:xfrm>
            <a:off x="0" y="0"/>
            <a:ext cx="14630400" cy="7800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1"/>
          </a:p>
        </p:txBody>
      </p:sp>
      <p:sp>
        <p:nvSpPr>
          <p:cNvPr id="16" name="Rectangle 3">
            <a:extLst>
              <a:ext uri="{FF2B5EF4-FFF2-40B4-BE49-F238E27FC236}">
                <a16:creationId xmlns:a16="http://schemas.microsoft.com/office/drawing/2014/main" id="{9A577FF8-254A-42E5-888A-36E4B5420323}"/>
              </a:ext>
            </a:extLst>
          </p:cNvPr>
          <p:cNvSpPr/>
          <p:nvPr userDrawn="1"/>
        </p:nvSpPr>
        <p:spPr>
          <a:xfrm>
            <a:off x="1" y="96292"/>
            <a:ext cx="10854690" cy="153084"/>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sp>
        <p:nvSpPr>
          <p:cNvPr id="20" name="Rectangle 3">
            <a:extLst>
              <a:ext uri="{FF2B5EF4-FFF2-40B4-BE49-F238E27FC236}">
                <a16:creationId xmlns:a16="http://schemas.microsoft.com/office/drawing/2014/main" id="{B2968D81-66DB-4EEA-8FC0-8A8D024582FA}"/>
              </a:ext>
            </a:extLst>
          </p:cNvPr>
          <p:cNvSpPr/>
          <p:nvPr userDrawn="1"/>
        </p:nvSpPr>
        <p:spPr>
          <a:xfrm flipH="1" flipV="1">
            <a:off x="10801350" y="96289"/>
            <a:ext cx="3829050" cy="153083"/>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456"/>
          </a:p>
        </p:txBody>
      </p:sp>
      <p:cxnSp>
        <p:nvCxnSpPr>
          <p:cNvPr id="22" name="Straight Connector 21">
            <a:extLst>
              <a:ext uri="{FF2B5EF4-FFF2-40B4-BE49-F238E27FC236}">
                <a16:creationId xmlns:a16="http://schemas.microsoft.com/office/drawing/2014/main" id="{1C0F7DB5-D634-49DF-99C3-BDB83DEC026B}"/>
              </a:ext>
            </a:extLst>
          </p:cNvPr>
          <p:cNvCxnSpPr>
            <a:cxnSpLocks/>
          </p:cNvCxnSpPr>
          <p:nvPr userDrawn="1"/>
        </p:nvCxnSpPr>
        <p:spPr>
          <a:xfrm>
            <a:off x="389721" y="1093547"/>
            <a:ext cx="705432" cy="0"/>
          </a:xfrm>
          <a:prstGeom prst="line">
            <a:avLst/>
          </a:prstGeom>
          <a:ln w="19050">
            <a:solidFill>
              <a:srgbClr val="374D7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67B6E-C905-4342-B106-3E1CFB8DA132}"/>
              </a:ext>
            </a:extLst>
          </p:cNvPr>
          <p:cNvCxnSpPr>
            <a:cxnSpLocks/>
          </p:cNvCxnSpPr>
          <p:nvPr userDrawn="1"/>
        </p:nvCxnSpPr>
        <p:spPr>
          <a:xfrm>
            <a:off x="1206300" y="1093547"/>
            <a:ext cx="2657570" cy="0"/>
          </a:xfrm>
          <a:prstGeom prst="line">
            <a:avLst/>
          </a:prstGeom>
          <a:ln w="19050">
            <a:solidFill>
              <a:srgbClr val="0093DD"/>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3AC88B21-C334-4351-9E0F-D28125E1CB3E}"/>
              </a:ext>
            </a:extLst>
          </p:cNvPr>
          <p:cNvSpPr txBox="1">
            <a:spLocks/>
          </p:cNvSpPr>
          <p:nvPr userDrawn="1"/>
        </p:nvSpPr>
        <p:spPr>
          <a:xfrm>
            <a:off x="13777121" y="7925260"/>
            <a:ext cx="597433" cy="274320"/>
          </a:xfrm>
          <a:prstGeom prst="rect">
            <a:avLst/>
          </a:prstGeom>
        </p:spPr>
        <p:txBody>
          <a:bodyPr vert="horz" wrap="none" lIns="0" tIns="0" rIns="0" bIns="0" rtlCol="0" anchor="ctr">
            <a:noAutofit/>
          </a:bodyPr>
          <a:lstStyle>
            <a:lvl1pPr algn="r">
              <a:defRPr sz="1200">
                <a:solidFill>
                  <a:schemeClr val="tx1">
                    <a:tint val="75000"/>
                  </a:schemeClr>
                </a:solidFill>
              </a:defRPr>
            </a:lvl1pPr>
          </a:lstStyle>
          <a:p>
            <a:pPr marL="0" marR="0" lvl="0" indent="0" algn="r" defTabSz="1365306" rtl="0" eaLnBrk="1" fontAlgn="auto" latinLnBrk="0" hangingPunct="1">
              <a:lnSpc>
                <a:spcPct val="100000"/>
              </a:lnSpc>
              <a:spcBef>
                <a:spcPts val="0"/>
              </a:spcBef>
              <a:spcAft>
                <a:spcPts val="0"/>
              </a:spcAft>
              <a:buClrTx/>
              <a:buSzTx/>
              <a:buFontTx/>
              <a:buNone/>
              <a:tabLst/>
              <a:defRPr/>
            </a:pPr>
            <a:fld id="{74E1EC36-4E89-4D01-BAE6-06BCCB4D4B41}" type="slidenum">
              <a:rPr kumimoji="0" lang="en-US" sz="2000" b="0" i="0" u="none" strike="noStrike" kern="1200" cap="none" spc="0" normalizeH="0" baseline="0" noProof="0" smtClean="0">
                <a:ln>
                  <a:noFill/>
                </a:ln>
                <a:solidFill>
                  <a:schemeClr val="bg1"/>
                </a:solidFill>
                <a:effectLst/>
                <a:uLnTx/>
                <a:uFillTx/>
                <a:latin typeface="Calibri" panose="020F0502020204030204" pitchFamily="34" charset="0"/>
                <a:ea typeface="+mn-ea"/>
                <a:cs typeface="Calibri" panose="020F0502020204030204" pitchFamily="34" charset="0"/>
              </a:rPr>
              <a:pPr marL="0" marR="0" lvl="0" indent="0" algn="r" defTabSz="1365306"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a:ln>
                <a:noFill/>
              </a:ln>
              <a:solidFill>
                <a:schemeClr val="bg1"/>
              </a:solidFill>
              <a:effectLst/>
              <a:uLnTx/>
              <a:uFillTx/>
              <a:latin typeface="Calibri" panose="020F0502020204030204" pitchFamily="34" charset="0"/>
              <a:ea typeface="+mn-ea"/>
              <a:cs typeface="Calibri" panose="020F0502020204030204" pitchFamily="34" charset="0"/>
            </a:endParaRPr>
          </a:p>
        </p:txBody>
      </p:sp>
      <p:pic>
        <p:nvPicPr>
          <p:cNvPr id="18" name="Picture 17">
            <a:extLst>
              <a:ext uri="{FF2B5EF4-FFF2-40B4-BE49-F238E27FC236}">
                <a16:creationId xmlns:a16="http://schemas.microsoft.com/office/drawing/2014/main" id="{F846027B-6BEB-4F34-B4DB-EA3D5F190137}"/>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27653" y="7944586"/>
            <a:ext cx="2281538" cy="274320"/>
          </a:xfrm>
          <a:prstGeom prst="rect">
            <a:avLst/>
          </a:prstGeom>
        </p:spPr>
      </p:pic>
      <p:grpSp>
        <p:nvGrpSpPr>
          <p:cNvPr id="21" name="Groupe 1">
            <a:extLst>
              <a:ext uri="{FF2B5EF4-FFF2-40B4-BE49-F238E27FC236}">
                <a16:creationId xmlns:a16="http://schemas.microsoft.com/office/drawing/2014/main" id="{1871EE1B-A497-40D9-AA1A-D76B45370170}"/>
              </a:ext>
            </a:extLst>
          </p:cNvPr>
          <p:cNvGrpSpPr>
            <a:grpSpLocks noChangeAspect="1"/>
          </p:cNvGrpSpPr>
          <p:nvPr userDrawn="1"/>
        </p:nvGrpSpPr>
        <p:grpSpPr>
          <a:xfrm>
            <a:off x="13930592" y="390710"/>
            <a:ext cx="564681" cy="523689"/>
            <a:chOff x="11501102" y="171573"/>
            <a:chExt cx="419436" cy="388988"/>
          </a:xfrm>
        </p:grpSpPr>
        <p:sp>
          <p:nvSpPr>
            <p:cNvPr id="24" name="Freeform 13">
              <a:extLst>
                <a:ext uri="{FF2B5EF4-FFF2-40B4-BE49-F238E27FC236}">
                  <a16:creationId xmlns:a16="http://schemas.microsoft.com/office/drawing/2014/main" id="{D865E457-B3E5-404E-B9A9-F69C298D3DB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a:extLst>
                <a:ext uri="{FF2B5EF4-FFF2-40B4-BE49-F238E27FC236}">
                  <a16:creationId xmlns:a16="http://schemas.microsoft.com/office/drawing/2014/main" id="{A2E4F67D-EC28-4B25-B5E1-58B8D1EA749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976479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Lst>
  <p:transition>
    <p:fade/>
  </p:transition>
  <p:hf sldNum="0" hdr="0" ftr="0" dt="0"/>
  <p:txStyles>
    <p:titleStyle>
      <a:lvl1pPr algn="l" defTabSz="1365306" rtl="0" eaLnBrk="1" latinLnBrk="0" hangingPunct="1">
        <a:spcBef>
          <a:spcPct val="0"/>
        </a:spcBef>
        <a:buNone/>
        <a:defRPr sz="4000" kern="1200">
          <a:solidFill>
            <a:srgbClr val="007EAF"/>
          </a:solidFill>
          <a:latin typeface="Calibri" panose="020F0502020204030204" pitchFamily="34" charset="0"/>
          <a:ea typeface="+mj-ea"/>
          <a:cs typeface="Calibri" panose="020F0502020204030204" pitchFamily="34" charset="0"/>
        </a:defRPr>
      </a:lvl1pPr>
    </p:titleStyle>
    <p:bodyStyle>
      <a:lvl1pPr marL="457200" indent="-457200" algn="l" defTabSz="1365306" rtl="0" eaLnBrk="1" latinLnBrk="0" hangingPunct="1">
        <a:spcBef>
          <a:spcPct val="20000"/>
        </a:spcBef>
        <a:buClr>
          <a:srgbClr val="0093DD"/>
        </a:buClr>
        <a:buFont typeface="Arial" panose="020B0604020202020204" pitchFamily="34" charset="0"/>
        <a:buChar char="•"/>
        <a:defRPr sz="3200" kern="1200">
          <a:solidFill>
            <a:srgbClr val="1F1A17"/>
          </a:solidFill>
          <a:latin typeface="Calibri" panose="020F0502020204030204" pitchFamily="34" charset="0"/>
          <a:ea typeface="+mn-ea"/>
          <a:cs typeface="Calibri" panose="020F0502020204030204" pitchFamily="34" charset="0"/>
        </a:defRPr>
      </a:lvl1pPr>
      <a:lvl2pPr marL="914400" indent="-341313" algn="l" defTabSz="1365306" rtl="0" eaLnBrk="1" latinLnBrk="0" hangingPunct="1">
        <a:spcBef>
          <a:spcPct val="20000"/>
        </a:spcBef>
        <a:buClr>
          <a:schemeClr val="bg1">
            <a:lumMod val="50000"/>
          </a:schemeClr>
        </a:buClr>
        <a:buFont typeface="Arial" panose="020B0604020202020204" pitchFamily="34" charset="0"/>
        <a:buChar char="•"/>
        <a:defRPr sz="2800" kern="1200">
          <a:solidFill>
            <a:srgbClr val="1F1A17"/>
          </a:solidFill>
          <a:latin typeface="Calibri" panose="020F0502020204030204" pitchFamily="34" charset="0"/>
          <a:ea typeface="+mn-ea"/>
          <a:cs typeface="Calibri" panose="020F0502020204030204" pitchFamily="34" charset="0"/>
        </a:defRPr>
      </a:lvl2pPr>
      <a:lvl3pPr marL="1371600" indent="-282575" algn="l" defTabSz="1365306" rtl="0" eaLnBrk="1" latinLnBrk="0" hangingPunct="1">
        <a:spcBef>
          <a:spcPct val="20000"/>
        </a:spcBef>
        <a:buClr>
          <a:srgbClr val="0093DD"/>
        </a:buClr>
        <a:buFont typeface="Arial" panose="020B0604020202020204" pitchFamily="34" charset="0"/>
        <a:buChar char="•"/>
        <a:defRPr sz="2400" kern="1200">
          <a:solidFill>
            <a:srgbClr val="1F1A17"/>
          </a:solidFill>
          <a:latin typeface="Calibri" panose="020F0502020204030204" pitchFamily="34" charset="0"/>
          <a:ea typeface="+mn-ea"/>
          <a:cs typeface="Calibri" panose="020F0502020204030204" pitchFamily="34" charset="0"/>
        </a:defRPr>
      </a:lvl3pPr>
      <a:lvl4pPr marL="1712913" indent="-282575" algn="l" defTabSz="1365306" rtl="0" eaLnBrk="1" latinLnBrk="0" hangingPunct="1">
        <a:spcBef>
          <a:spcPct val="20000"/>
        </a:spcBef>
        <a:buClr>
          <a:schemeClr val="bg1">
            <a:lumMod val="50000"/>
          </a:schemeClr>
        </a:buClr>
        <a:buFont typeface="Arial" panose="020B0604020202020204" pitchFamily="34" charset="0"/>
        <a:buChar char="•"/>
        <a:defRPr sz="2200" kern="1200">
          <a:solidFill>
            <a:srgbClr val="1F1A17"/>
          </a:solidFill>
          <a:latin typeface="Calibri" panose="020F0502020204030204" pitchFamily="34" charset="0"/>
          <a:ea typeface="+mn-ea"/>
          <a:cs typeface="Calibri" panose="020F0502020204030204" pitchFamily="34" charset="0"/>
        </a:defRPr>
      </a:lvl4pPr>
      <a:lvl5pPr marL="2060575" indent="-290513" algn="l" defTabSz="1365306" rtl="0" eaLnBrk="1" latinLnBrk="0" hangingPunct="1">
        <a:spcBef>
          <a:spcPct val="20000"/>
        </a:spcBef>
        <a:buClr>
          <a:srgbClr val="0093DD"/>
        </a:buClr>
        <a:buFont typeface="Arial" panose="020B0604020202020204" pitchFamily="34" charset="0"/>
        <a:buChar char="•"/>
        <a:defRPr sz="2100" kern="1200">
          <a:solidFill>
            <a:srgbClr val="1F1A17"/>
          </a:solidFill>
          <a:latin typeface="Calibri" panose="020F0502020204030204" pitchFamily="34" charset="0"/>
          <a:ea typeface="+mn-ea"/>
          <a:cs typeface="Calibri" panose="020F0502020204030204" pitchFamily="34" charset="0"/>
        </a:defRPr>
      </a:lvl5pPr>
      <a:lvl6pPr marL="3754592" indent="-341326" algn="l" defTabSz="1365306" rtl="0" eaLnBrk="1" latinLnBrk="0" hangingPunct="1">
        <a:spcBef>
          <a:spcPct val="20000"/>
        </a:spcBef>
        <a:buFont typeface="Arial" pitchFamily="34" charset="0"/>
        <a:buChar char="•"/>
        <a:defRPr sz="3200" kern="1200">
          <a:solidFill>
            <a:schemeClr val="tx1"/>
          </a:solidFill>
          <a:latin typeface="+mn-lt"/>
          <a:ea typeface="+mn-ea"/>
          <a:cs typeface="+mn-cs"/>
        </a:defRPr>
      </a:lvl6pPr>
      <a:lvl7pPr marL="4437244" indent="-341326" algn="l" defTabSz="1365306" rtl="0" eaLnBrk="1" latinLnBrk="0" hangingPunct="1">
        <a:spcBef>
          <a:spcPct val="20000"/>
        </a:spcBef>
        <a:buFont typeface="Arial" pitchFamily="34" charset="0"/>
        <a:buChar char="•"/>
        <a:defRPr sz="3200" kern="1200">
          <a:solidFill>
            <a:schemeClr val="tx1"/>
          </a:solidFill>
          <a:latin typeface="+mn-lt"/>
          <a:ea typeface="+mn-ea"/>
          <a:cs typeface="+mn-cs"/>
        </a:defRPr>
      </a:lvl7pPr>
      <a:lvl8pPr marL="5119900" indent="-341326" algn="l" defTabSz="1365306" rtl="0" eaLnBrk="1" latinLnBrk="0" hangingPunct="1">
        <a:spcBef>
          <a:spcPct val="20000"/>
        </a:spcBef>
        <a:buFont typeface="Arial" pitchFamily="34" charset="0"/>
        <a:buChar char="•"/>
        <a:defRPr sz="3200" kern="1200">
          <a:solidFill>
            <a:schemeClr val="tx1"/>
          </a:solidFill>
          <a:latin typeface="+mn-lt"/>
          <a:ea typeface="+mn-ea"/>
          <a:cs typeface="+mn-cs"/>
        </a:defRPr>
      </a:lvl8pPr>
      <a:lvl9pPr marL="5802552" indent="-341326" algn="l" defTabSz="1365306" rtl="0" eaLnBrk="1" latinLnBrk="0" hangingPunct="1">
        <a:spcBef>
          <a:spcPct val="20000"/>
        </a:spcBef>
        <a:buFont typeface="Arial" pitchFamily="34" charset="0"/>
        <a:buChar char="•"/>
        <a:defRPr sz="3200" kern="1200">
          <a:solidFill>
            <a:schemeClr val="tx1"/>
          </a:solidFill>
          <a:latin typeface="+mn-lt"/>
          <a:ea typeface="+mn-ea"/>
          <a:cs typeface="+mn-cs"/>
        </a:defRPr>
      </a:lvl9pPr>
    </p:bodyStyle>
    <p:otherStyle>
      <a:defPPr>
        <a:defRPr lang="en-US"/>
      </a:defPPr>
      <a:lvl1pPr marL="0" algn="l" defTabSz="1365306" rtl="0" eaLnBrk="1" latinLnBrk="0" hangingPunct="1">
        <a:defRPr sz="2800" kern="1200">
          <a:solidFill>
            <a:schemeClr val="tx1"/>
          </a:solidFill>
          <a:latin typeface="+mn-lt"/>
          <a:ea typeface="+mn-ea"/>
          <a:cs typeface="+mn-cs"/>
        </a:defRPr>
      </a:lvl1pPr>
      <a:lvl2pPr marL="682652" algn="l" defTabSz="1365306" rtl="0" eaLnBrk="1" latinLnBrk="0" hangingPunct="1">
        <a:defRPr sz="2800" kern="1200">
          <a:solidFill>
            <a:schemeClr val="tx1"/>
          </a:solidFill>
          <a:latin typeface="+mn-lt"/>
          <a:ea typeface="+mn-ea"/>
          <a:cs typeface="+mn-cs"/>
        </a:defRPr>
      </a:lvl2pPr>
      <a:lvl3pPr marL="1365306" algn="l" defTabSz="1365306" rtl="0" eaLnBrk="1" latinLnBrk="0" hangingPunct="1">
        <a:defRPr sz="2800" kern="1200">
          <a:solidFill>
            <a:schemeClr val="tx1"/>
          </a:solidFill>
          <a:latin typeface="+mn-lt"/>
          <a:ea typeface="+mn-ea"/>
          <a:cs typeface="+mn-cs"/>
        </a:defRPr>
      </a:lvl3pPr>
      <a:lvl4pPr marL="2047958" algn="l" defTabSz="1365306" rtl="0" eaLnBrk="1" latinLnBrk="0" hangingPunct="1">
        <a:defRPr sz="2800" kern="1200">
          <a:solidFill>
            <a:schemeClr val="tx1"/>
          </a:solidFill>
          <a:latin typeface="+mn-lt"/>
          <a:ea typeface="+mn-ea"/>
          <a:cs typeface="+mn-cs"/>
        </a:defRPr>
      </a:lvl4pPr>
      <a:lvl5pPr marL="2730612" algn="l" defTabSz="1365306" rtl="0" eaLnBrk="1" latinLnBrk="0" hangingPunct="1">
        <a:defRPr sz="2800" kern="1200">
          <a:solidFill>
            <a:schemeClr val="tx1"/>
          </a:solidFill>
          <a:latin typeface="+mn-lt"/>
          <a:ea typeface="+mn-ea"/>
          <a:cs typeface="+mn-cs"/>
        </a:defRPr>
      </a:lvl5pPr>
      <a:lvl6pPr marL="3413266" algn="l" defTabSz="1365306" rtl="0" eaLnBrk="1" latinLnBrk="0" hangingPunct="1">
        <a:defRPr sz="2800" kern="1200">
          <a:solidFill>
            <a:schemeClr val="tx1"/>
          </a:solidFill>
          <a:latin typeface="+mn-lt"/>
          <a:ea typeface="+mn-ea"/>
          <a:cs typeface="+mn-cs"/>
        </a:defRPr>
      </a:lvl6pPr>
      <a:lvl7pPr marL="4095918" algn="l" defTabSz="1365306" rtl="0" eaLnBrk="1" latinLnBrk="0" hangingPunct="1">
        <a:defRPr sz="2800" kern="1200">
          <a:solidFill>
            <a:schemeClr val="tx1"/>
          </a:solidFill>
          <a:latin typeface="+mn-lt"/>
          <a:ea typeface="+mn-ea"/>
          <a:cs typeface="+mn-cs"/>
        </a:defRPr>
      </a:lvl7pPr>
      <a:lvl8pPr marL="4778572" algn="l" defTabSz="1365306" rtl="0" eaLnBrk="1" latinLnBrk="0" hangingPunct="1">
        <a:defRPr sz="2800" kern="1200">
          <a:solidFill>
            <a:schemeClr val="tx1"/>
          </a:solidFill>
          <a:latin typeface="+mn-lt"/>
          <a:ea typeface="+mn-ea"/>
          <a:cs typeface="+mn-cs"/>
        </a:defRPr>
      </a:lvl8pPr>
      <a:lvl9pPr marL="5461224" algn="l" defTabSz="1365306"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C9F7A5-BEB2-4445-A86F-1993FF644337}"/>
              </a:ext>
            </a:extLst>
          </p:cNvPr>
          <p:cNvSpPr>
            <a:spLocks noGrp="1"/>
          </p:cNvSpPr>
          <p:nvPr>
            <p:ph type="ctrTitle"/>
          </p:nvPr>
        </p:nvSpPr>
        <p:spPr/>
        <p:txBody>
          <a:bodyPr>
            <a:normAutofit/>
          </a:bodyPr>
          <a:lstStyle/>
          <a:p>
            <a:r>
              <a:rPr lang="en-US" dirty="0">
                <a:latin typeface="Times New Roman" panose="02020603050405020304" pitchFamily="18" charset="0"/>
                <a:cs typeface="Times New Roman" panose="02020603050405020304" pitchFamily="18" charset="0"/>
              </a:rPr>
              <a:t>	X.509 certificate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08A1BC91-B99E-4E0A-A4C4-3280D8D57DD2}"/>
              </a:ext>
            </a:extLst>
          </p:cNvPr>
          <p:cNvSpPr>
            <a:spLocks noGrp="1"/>
          </p:cNvSpPr>
          <p:nvPr>
            <p:ph type="body" sz="quarter" idx="10"/>
          </p:nvPr>
        </p:nvSpPr>
        <p:spPr>
          <a:xfrm>
            <a:off x="9906001" y="4287795"/>
            <a:ext cx="4555102" cy="2533135"/>
          </a:xfrm>
        </p:spPr>
        <p:txBody>
          <a:bodyPr>
            <a:normAutofit fontScale="92500" lnSpcReduction="10000"/>
          </a:bodyPr>
          <a:lstStyle/>
          <a:p>
            <a:r>
              <a:rPr lang="en-IN" b="1" i="0" dirty="0">
                <a:solidFill>
                  <a:srgbClr val="252424"/>
                </a:solidFill>
                <a:effectLst/>
                <a:latin typeface="Times New Roman" panose="02020603050405020304" pitchFamily="18" charset="0"/>
                <a:cs typeface="Times New Roman" panose="02020603050405020304" pitchFamily="18" charset="0"/>
              </a:rPr>
              <a:t>Srilakshmi, K</a:t>
            </a:r>
          </a:p>
          <a:p>
            <a:r>
              <a:rPr lang="en-IN" b="1" i="0" dirty="0">
                <a:solidFill>
                  <a:srgbClr val="252424"/>
                </a:solidFill>
                <a:effectLst/>
                <a:latin typeface="Times New Roman" panose="02020603050405020304" pitchFamily="18" charset="0"/>
                <a:cs typeface="Times New Roman" panose="02020603050405020304" pitchFamily="18" charset="0"/>
              </a:rPr>
              <a:t>Tambat, Amarnath</a:t>
            </a:r>
          </a:p>
          <a:p>
            <a:r>
              <a:rPr lang="en-IN" b="1" i="0" dirty="0">
                <a:solidFill>
                  <a:srgbClr val="252424"/>
                </a:solidFill>
                <a:effectLst/>
                <a:latin typeface="Times New Roman" panose="02020603050405020304" pitchFamily="18" charset="0"/>
                <a:cs typeface="Times New Roman" panose="02020603050405020304" pitchFamily="18" charset="0"/>
              </a:rPr>
              <a:t>Charbhare, Kapil</a:t>
            </a:r>
          </a:p>
          <a:p>
            <a:r>
              <a:rPr lang="en-IN" b="1" i="0" dirty="0">
                <a:solidFill>
                  <a:srgbClr val="252424"/>
                </a:solidFill>
                <a:effectLst/>
                <a:latin typeface="Times New Roman" panose="02020603050405020304" pitchFamily="18" charset="0"/>
                <a:cs typeface="Times New Roman" panose="02020603050405020304" pitchFamily="18" charset="0"/>
              </a:rPr>
              <a:t>Mukesh, Rayavarapu</a:t>
            </a:r>
          </a:p>
          <a:p>
            <a:r>
              <a:rPr lang="en-IN" b="1" i="0" dirty="0">
                <a:solidFill>
                  <a:srgbClr val="252424"/>
                </a:solidFill>
                <a:effectLst/>
                <a:latin typeface="Times New Roman" panose="02020603050405020304" pitchFamily="18" charset="0"/>
                <a:cs typeface="Times New Roman" panose="02020603050405020304" pitchFamily="18" charset="0"/>
              </a:rPr>
              <a:t>Raja, Vignesh</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What is certificate?</a:t>
            </a:r>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lstStyle/>
          <a:p>
            <a:r>
              <a:rPr lang="en-IN" dirty="0">
                <a:solidFill>
                  <a:srgbClr val="202124"/>
                </a:solidFill>
                <a:latin typeface="Times New Roman" panose="02020603050405020304" pitchFamily="18" charset="0"/>
                <a:cs typeface="Times New Roman" panose="02020603050405020304" pitchFamily="18" charset="0"/>
              </a:rPr>
              <a:t>C</a:t>
            </a:r>
            <a:r>
              <a:rPr lang="en-IN" i="0" dirty="0">
                <a:solidFill>
                  <a:srgbClr val="202124"/>
                </a:solidFill>
                <a:effectLst/>
                <a:latin typeface="Times New Roman" panose="02020603050405020304" pitchFamily="18" charset="0"/>
                <a:cs typeface="Times New Roman" panose="02020603050405020304" pitchFamily="18" charset="0"/>
              </a:rPr>
              <a:t>ertificate is a form of electronic credential that can prove the authenticity of a user, device, server, or website.</a:t>
            </a:r>
          </a:p>
          <a:p>
            <a:r>
              <a:rPr lang="en-IN" i="0" dirty="0">
                <a:solidFill>
                  <a:srgbClr val="202124"/>
                </a:solidFill>
                <a:effectLst/>
                <a:latin typeface="Times New Roman" panose="02020603050405020304" pitchFamily="18" charset="0"/>
                <a:cs typeface="Times New Roman" panose="02020603050405020304" pitchFamily="18" charset="0"/>
              </a:rPr>
              <a:t>Certificates are used to sharing highly confidential and personal information. (online banking records, medical reports, etc,.)</a:t>
            </a:r>
          </a:p>
          <a:p>
            <a:pPr marL="0" indent="0">
              <a:buNone/>
            </a:pPr>
            <a:endParaRPr lang="en-IN" i="0" dirty="0">
              <a:solidFill>
                <a:srgbClr val="20212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97996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DF381-7A58-1211-ACBB-5494213E59A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Why we need Certificate?</a:t>
            </a:r>
            <a:endParaRPr lang="en-IN" dirty="0"/>
          </a:p>
        </p:txBody>
      </p:sp>
      <p:sp>
        <p:nvSpPr>
          <p:cNvPr id="3" name="Content Placeholder 2">
            <a:extLst>
              <a:ext uri="{FF2B5EF4-FFF2-40B4-BE49-F238E27FC236}">
                <a16:creationId xmlns:a16="http://schemas.microsoft.com/office/drawing/2014/main" id="{721DBB4D-D53B-A9DA-762D-B4A25294A5D4}"/>
              </a:ext>
            </a:extLst>
          </p:cNvPr>
          <p:cNvSpPr>
            <a:spLocks noGrp="1"/>
          </p:cNvSpPr>
          <p:nvPr>
            <p:ph idx="1"/>
          </p:nvPr>
        </p:nvSpPr>
        <p:spPr/>
        <p:txBody>
          <a:bodyPr/>
          <a:lstStyle/>
          <a:p>
            <a:r>
              <a:rPr lang="en-IN" dirty="0">
                <a:solidFill>
                  <a:srgbClr val="202124"/>
                </a:solidFill>
                <a:latin typeface="Times New Roman" panose="02020603050405020304" pitchFamily="18" charset="0"/>
                <a:cs typeface="Times New Roman" panose="02020603050405020304" pitchFamily="18" charset="0"/>
              </a:rPr>
              <a:t>Protocols like TLS(Transport Layer Security) are used to secure the connection between browser and the server. But, TLS helps us only when the communicating person is known. </a:t>
            </a:r>
          </a:p>
          <a:p>
            <a:r>
              <a:rPr lang="en-IN" b="0" i="0" dirty="0">
                <a:solidFill>
                  <a:srgbClr val="323232"/>
                </a:solidFill>
                <a:effectLst/>
                <a:latin typeface="Times New Roman" panose="02020603050405020304" pitchFamily="18" charset="0"/>
                <a:cs typeface="Times New Roman" panose="02020603050405020304" pitchFamily="18" charset="0"/>
              </a:rPr>
              <a:t>Replacing the pre-shared key requires updating it on all systems, which can be tedious.</a:t>
            </a:r>
          </a:p>
          <a:p>
            <a:r>
              <a:rPr lang="en-IN" b="0" i="0" dirty="0">
                <a:solidFill>
                  <a:srgbClr val="323232"/>
                </a:solidFill>
                <a:effectLst/>
                <a:latin typeface="Times New Roman" panose="02020603050405020304" pitchFamily="18" charset="0"/>
                <a:cs typeface="Times New Roman" panose="02020603050405020304" pitchFamily="18" charset="0"/>
              </a:rPr>
              <a:t>A compromised certificate only needs to be replaced on the system to which the certificate belongs.</a:t>
            </a:r>
            <a:endParaRPr lang="en-IN" dirty="0">
              <a:solidFill>
                <a:srgbClr val="202124"/>
              </a:solidFill>
              <a:latin typeface="Times New Roman" panose="02020603050405020304" pitchFamily="18" charset="0"/>
              <a:cs typeface="Times New Roman" panose="02020603050405020304" pitchFamily="18" charset="0"/>
            </a:endParaRPr>
          </a:p>
          <a:p>
            <a:r>
              <a:rPr lang="en-IN" i="0" dirty="0">
                <a:solidFill>
                  <a:srgbClr val="202124"/>
                </a:solidFill>
                <a:effectLst/>
                <a:latin typeface="Times New Roman" panose="02020603050405020304" pitchFamily="18" charset="0"/>
                <a:cs typeface="Times New Roman" panose="02020603050405020304" pitchFamily="18" charset="0"/>
              </a:rPr>
              <a:t>Certificates </a:t>
            </a:r>
            <a:r>
              <a:rPr lang="en-IN" dirty="0">
                <a:solidFill>
                  <a:srgbClr val="202124"/>
                </a:solidFill>
                <a:latin typeface="Times New Roman" panose="02020603050405020304" pitchFamily="18" charset="0"/>
                <a:cs typeface="Times New Roman" panose="02020603050405020304" pitchFamily="18" charset="0"/>
              </a:rPr>
              <a:t>bind the owner to their public key. Certificate allow us to verify to whom the public key belongs to.</a:t>
            </a:r>
          </a:p>
          <a:p>
            <a:r>
              <a:rPr lang="en-IN" i="0" dirty="0">
                <a:solidFill>
                  <a:srgbClr val="202124"/>
                </a:solidFill>
                <a:effectLst/>
                <a:latin typeface="Times New Roman" panose="02020603050405020304" pitchFamily="18" charset="0"/>
                <a:cs typeface="Times New Roman" panose="02020603050405020304" pitchFamily="18" charset="0"/>
              </a:rPr>
              <a:t>Types : TLS/SSL certificate, code signing certificate and client certificate.</a:t>
            </a:r>
          </a:p>
        </p:txBody>
      </p:sp>
    </p:spTree>
    <p:extLst>
      <p:ext uri="{BB962C8B-B14F-4D97-AF65-F5344CB8AC3E}">
        <p14:creationId xmlns:p14="http://schemas.microsoft.com/office/powerpoint/2010/main" val="226139228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7E4B7-A08D-F456-65CB-690E0CC0646F}"/>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Normal TLS connection</a:t>
            </a:r>
          </a:p>
        </p:txBody>
      </p:sp>
      <p:pic>
        <p:nvPicPr>
          <p:cNvPr id="6" name="Content Placeholder 5" descr="A picture containing diagram&#10;&#10;Description automatically generated">
            <a:extLst>
              <a:ext uri="{FF2B5EF4-FFF2-40B4-BE49-F238E27FC236}">
                <a16:creationId xmlns:a16="http://schemas.microsoft.com/office/drawing/2014/main" id="{29EB78ED-192A-F6AD-F77E-214B799B65B4}"/>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r="975"/>
          <a:stretch/>
        </p:blipFill>
        <p:spPr>
          <a:xfrm>
            <a:off x="1392019" y="1246001"/>
            <a:ext cx="11730858" cy="6592888"/>
          </a:xfrm>
        </p:spPr>
      </p:pic>
    </p:spTree>
    <p:extLst>
      <p:ext uri="{BB962C8B-B14F-4D97-AF65-F5344CB8AC3E}">
        <p14:creationId xmlns:p14="http://schemas.microsoft.com/office/powerpoint/2010/main" val="26838499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92843-E91B-AD88-C99A-1B2E5F0A2C7E}"/>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Problem in TLS</a:t>
            </a:r>
          </a:p>
        </p:txBody>
      </p:sp>
      <p:pic>
        <p:nvPicPr>
          <p:cNvPr id="6" name="Content Placeholder 5" descr="Diagram&#10;&#10;Description automatically generated">
            <a:extLst>
              <a:ext uri="{FF2B5EF4-FFF2-40B4-BE49-F238E27FC236}">
                <a16:creationId xmlns:a16="http://schemas.microsoft.com/office/drawing/2014/main" id="{5BA96F49-CB3C-9849-5979-B2E87983A68E}"/>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661" t="5026" r="700"/>
          <a:stretch/>
        </p:blipFill>
        <p:spPr>
          <a:xfrm>
            <a:off x="1333961" y="1346888"/>
            <a:ext cx="11269362" cy="6397410"/>
          </a:xfrm>
        </p:spPr>
      </p:pic>
    </p:spTree>
    <p:extLst>
      <p:ext uri="{BB962C8B-B14F-4D97-AF65-F5344CB8AC3E}">
        <p14:creationId xmlns:p14="http://schemas.microsoft.com/office/powerpoint/2010/main" val="15350315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8F0CE-DCA4-4CB8-C8D0-599EE7008AA1}"/>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Generating Certificate</a:t>
            </a:r>
          </a:p>
        </p:txBody>
      </p:sp>
      <p:pic>
        <p:nvPicPr>
          <p:cNvPr id="5" name="Content Placeholder 4" descr="Graphical user interface, diagram, application&#10;&#10;Description automatically generated">
            <a:extLst>
              <a:ext uri="{FF2B5EF4-FFF2-40B4-BE49-F238E27FC236}">
                <a16:creationId xmlns:a16="http://schemas.microsoft.com/office/drawing/2014/main" id="{0931DAF9-5400-BE6A-8D93-E31232189B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1441" y="2042191"/>
            <a:ext cx="12027518" cy="4959605"/>
          </a:xfrm>
        </p:spPr>
      </p:pic>
    </p:spTree>
    <p:extLst>
      <p:ext uri="{BB962C8B-B14F-4D97-AF65-F5344CB8AC3E}">
        <p14:creationId xmlns:p14="http://schemas.microsoft.com/office/powerpoint/2010/main" val="32388019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0A7E-31C5-5A78-7F6A-CADAA7C0ABB8}"/>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Hacker lost</a:t>
            </a:r>
          </a:p>
        </p:txBody>
      </p:sp>
      <p:pic>
        <p:nvPicPr>
          <p:cNvPr id="13" name="Content Placeholder 12" descr="Graphical user interface, application&#10;&#10;Description automatically generated with medium confidence">
            <a:extLst>
              <a:ext uri="{FF2B5EF4-FFF2-40B4-BE49-F238E27FC236}">
                <a16:creationId xmlns:a16="http://schemas.microsoft.com/office/drawing/2014/main" id="{07D8955E-BC4A-9E0E-AD60-AAAFED7F9B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4984" y="1160023"/>
            <a:ext cx="9020432" cy="6543635"/>
          </a:xfrm>
        </p:spPr>
      </p:pic>
    </p:spTree>
    <p:extLst>
      <p:ext uri="{BB962C8B-B14F-4D97-AF65-F5344CB8AC3E}">
        <p14:creationId xmlns:p14="http://schemas.microsoft.com/office/powerpoint/2010/main" val="253288248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97AC-517F-6AE8-2EF1-49357B12817E}"/>
              </a:ext>
            </a:extLst>
          </p:cNvPr>
          <p:cNvSpPr>
            <a:spLocks noGrp="1"/>
          </p:cNvSpPr>
          <p:nvPr>
            <p:ph type="title"/>
          </p:nvPr>
        </p:nvSpPr>
        <p:spPr>
          <a:xfrm>
            <a:off x="174692" y="411482"/>
            <a:ext cx="13616955" cy="657037"/>
          </a:xfrm>
        </p:spPr>
        <p:txBody>
          <a:bodyPr>
            <a:normAutofit fontScale="90000"/>
          </a:bodyPr>
          <a:lstStyle/>
          <a:p>
            <a:r>
              <a:rPr lang="en-IN" dirty="0">
                <a:latin typeface="Times New Roman" panose="02020603050405020304" pitchFamily="18" charset="0"/>
                <a:cs typeface="Times New Roman" panose="02020603050405020304" pitchFamily="18" charset="0"/>
              </a:rPr>
              <a:t>What is Certificate Chain of Trust?</a:t>
            </a:r>
          </a:p>
        </p:txBody>
      </p:sp>
      <p:sp>
        <p:nvSpPr>
          <p:cNvPr id="3" name="Content Placeholder 2">
            <a:extLst>
              <a:ext uri="{FF2B5EF4-FFF2-40B4-BE49-F238E27FC236}">
                <a16:creationId xmlns:a16="http://schemas.microsoft.com/office/drawing/2014/main" id="{88023688-9DC8-0B86-6391-AF8449AD4593}"/>
              </a:ext>
            </a:extLst>
          </p:cNvPr>
          <p:cNvSpPr>
            <a:spLocks noGrp="1"/>
          </p:cNvSpPr>
          <p:nvPr>
            <p:ph idx="1"/>
          </p:nvPr>
        </p:nvSpPr>
        <p:spPr/>
        <p:txBody>
          <a:bodyPr/>
          <a:lstStyle/>
          <a:p>
            <a:r>
              <a:rPr lang="en-IN" b="0" i="0" dirty="0">
                <a:solidFill>
                  <a:srgbClr val="17102F"/>
                </a:solidFill>
                <a:effectLst/>
                <a:latin typeface="Times New Roman" panose="02020603050405020304" pitchFamily="18" charset="0"/>
                <a:cs typeface="Times New Roman" panose="02020603050405020304" pitchFamily="18" charset="0"/>
              </a:rPr>
              <a:t>The SSL/TLS internet security standard is based on a trust relationship model, also called “certificate chain of trust”.</a:t>
            </a:r>
          </a:p>
          <a:p>
            <a:r>
              <a:rPr lang="en-IN" b="0" i="0" dirty="0">
                <a:solidFill>
                  <a:srgbClr val="202124"/>
                </a:solidFill>
                <a:effectLst/>
                <a:latin typeface="Times New Roman" panose="02020603050405020304" pitchFamily="18" charset="0"/>
                <a:cs typeface="Times New Roman" panose="02020603050405020304" pitchFamily="18" charset="0"/>
              </a:rPr>
              <a:t>A certificate chain is an ordered list of certificates, containing an SSL/TLS Certificate and Certificate Authority (CA) Certificates, that enable the receiver to verify that the sender and all CA's are trustworthy.</a:t>
            </a:r>
          </a:p>
          <a:p>
            <a:r>
              <a:rPr lang="en-IN" dirty="0">
                <a:solidFill>
                  <a:srgbClr val="202124"/>
                </a:solidFill>
                <a:latin typeface="Times New Roman" panose="02020603050405020304" pitchFamily="18" charset="0"/>
                <a:cs typeface="Times New Roman" panose="02020603050405020304" pitchFamily="18" charset="0"/>
              </a:rPr>
              <a:t>Certificate Authority</a:t>
            </a:r>
            <a:r>
              <a:rPr lang="en-IN" b="0" i="0" dirty="0">
                <a:solidFill>
                  <a:srgbClr val="4D5156"/>
                </a:solidFill>
                <a:effectLst/>
                <a:latin typeface="Times New Roman" panose="02020603050405020304" pitchFamily="18" charset="0"/>
                <a:cs typeface="Times New Roman" panose="02020603050405020304" pitchFamily="18" charset="0"/>
              </a:rPr>
              <a:t> is an entity that stores, signs, and issues digital certificates.</a:t>
            </a:r>
          </a:p>
          <a:p>
            <a:r>
              <a:rPr lang="en-IN" dirty="0">
                <a:solidFill>
                  <a:srgbClr val="4D5156"/>
                </a:solidFill>
                <a:latin typeface="Times New Roman" panose="02020603050405020304" pitchFamily="18" charset="0"/>
                <a:cs typeface="Times New Roman" panose="02020603050405020304" pitchFamily="18" charset="0"/>
              </a:rPr>
              <a:t>There are three parts of chain of trust, they are root CA, intermediate CA and end-entity certificate.</a:t>
            </a:r>
            <a:r>
              <a:rPr lang="en-IN" b="0" i="0" dirty="0">
                <a:solidFill>
                  <a:srgbClr val="4D5156"/>
                </a:solidFill>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57166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465A-73EE-5A25-4BAC-EB39E7C7262F}"/>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Certificate Chain</a:t>
            </a:r>
          </a:p>
        </p:txBody>
      </p:sp>
      <p:pic>
        <p:nvPicPr>
          <p:cNvPr id="5" name="Content Placeholder 4" descr="Diagram&#10;&#10;Description automatically generated">
            <a:extLst>
              <a:ext uri="{FF2B5EF4-FFF2-40B4-BE49-F238E27FC236}">
                <a16:creationId xmlns:a16="http://schemas.microsoft.com/office/drawing/2014/main" id="{F8B8554E-756E-A858-B364-BAE922EEEA0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tretch/>
        </p:blipFill>
        <p:spPr>
          <a:xfrm>
            <a:off x="2385858" y="1346886"/>
            <a:ext cx="9858684" cy="6363730"/>
          </a:xfrm>
        </p:spPr>
      </p:pic>
    </p:spTree>
    <p:extLst>
      <p:ext uri="{BB962C8B-B14F-4D97-AF65-F5344CB8AC3E}">
        <p14:creationId xmlns:p14="http://schemas.microsoft.com/office/powerpoint/2010/main" val="401553609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AD81E-5E5C-2AFB-33A0-413FCD59161C}"/>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Root CA Certificate</a:t>
            </a:r>
          </a:p>
        </p:txBody>
      </p:sp>
      <p:sp>
        <p:nvSpPr>
          <p:cNvPr id="3" name="Content Placeholder 2">
            <a:extLst>
              <a:ext uri="{FF2B5EF4-FFF2-40B4-BE49-F238E27FC236}">
                <a16:creationId xmlns:a16="http://schemas.microsoft.com/office/drawing/2014/main" id="{D9F1CE3F-1547-C226-F72D-1CE97357E794}"/>
              </a:ext>
            </a:extLst>
          </p:cNvPr>
          <p:cNvSpPr>
            <a:spLocks noGrp="1"/>
          </p:cNvSpPr>
          <p:nvPr>
            <p:ph idx="1"/>
          </p:nvPr>
        </p:nvSpPr>
        <p:spPr/>
        <p:txBody>
          <a:bodyPr/>
          <a:lstStyle/>
          <a:p>
            <a:pPr algn="l"/>
            <a:r>
              <a:rPr lang="en-IN" i="0" dirty="0">
                <a:solidFill>
                  <a:srgbClr val="404040"/>
                </a:solidFill>
                <a:effectLst/>
                <a:latin typeface="Times New Roman" panose="02020603050405020304" pitchFamily="18" charset="0"/>
                <a:cs typeface="Times New Roman" panose="02020603050405020304" pitchFamily="18" charset="0"/>
              </a:rPr>
              <a:t>A Root SSL certificate is a certificate issued by a trusted certificate authority (CA).</a:t>
            </a:r>
            <a:endParaRPr lang="en-IN" i="0" dirty="0">
              <a:solidFill>
                <a:schemeClr val="tx1"/>
              </a:solidFill>
              <a:effectLst/>
              <a:latin typeface="Times New Roman" panose="02020603050405020304" pitchFamily="18" charset="0"/>
              <a:cs typeface="Times New Roman" panose="02020603050405020304" pitchFamily="18" charset="0"/>
            </a:endParaRPr>
          </a:p>
          <a:p>
            <a:pPr algn="l"/>
            <a:r>
              <a:rPr lang="en-IN" i="0" dirty="0">
                <a:solidFill>
                  <a:srgbClr val="404040"/>
                </a:solidFill>
                <a:effectLst/>
                <a:latin typeface="Times New Roman" panose="02020603050405020304" pitchFamily="18" charset="0"/>
                <a:cs typeface="Times New Roman" panose="02020603050405020304" pitchFamily="18" charset="0"/>
              </a:rPr>
              <a:t>In the SSL ecosystem, anyone can generate a signing key and use it to sign a new certificate. However, that certificate isn’t considered valid unless it has been directly or indirectly signed by a trusted CA.</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05414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2317F-41AC-4FFE-32A4-8C336807E34F}"/>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Intermediate CA certificate</a:t>
            </a:r>
          </a:p>
        </p:txBody>
      </p:sp>
      <p:sp>
        <p:nvSpPr>
          <p:cNvPr id="3" name="Content Placeholder 2">
            <a:extLst>
              <a:ext uri="{FF2B5EF4-FFF2-40B4-BE49-F238E27FC236}">
                <a16:creationId xmlns:a16="http://schemas.microsoft.com/office/drawing/2014/main" id="{0899FA0C-B834-E0CB-37FB-3B483D2079AB}"/>
              </a:ext>
            </a:extLst>
          </p:cNvPr>
          <p:cNvSpPr>
            <a:spLocks noGrp="1"/>
          </p:cNvSpPr>
          <p:nvPr>
            <p:ph idx="1"/>
          </p:nvPr>
        </p:nvSpPr>
        <p:spPr/>
        <p:txBody>
          <a:bodyPr>
            <a:normAutofit/>
          </a:bodyPr>
          <a:lstStyle/>
          <a:p>
            <a:pPr algn="just">
              <a:buFont typeface="Arial" panose="020B0604020202020204" pitchFamily="34" charset="0"/>
              <a:buChar char="•"/>
            </a:pPr>
            <a:r>
              <a:rPr lang="en-IN" i="0" dirty="0">
                <a:solidFill>
                  <a:srgbClr val="62615E"/>
                </a:solidFill>
                <a:effectLst/>
                <a:latin typeface="Times New Roman" panose="02020603050405020304" pitchFamily="18" charset="0"/>
                <a:cs typeface="Times New Roman" panose="02020603050405020304" pitchFamily="18" charset="0"/>
              </a:rPr>
              <a:t>Any certificate that sits between the SSL/TLS Certificate and the Root Certificate is called a chain or Intermediate Certificate. </a:t>
            </a:r>
          </a:p>
          <a:p>
            <a:pPr algn="just">
              <a:buFont typeface="Arial" panose="020B0604020202020204" pitchFamily="34" charset="0"/>
              <a:buChar char="•"/>
            </a:pPr>
            <a:r>
              <a:rPr lang="en-IN" i="0" dirty="0">
                <a:solidFill>
                  <a:srgbClr val="62615E"/>
                </a:solidFill>
                <a:effectLst/>
                <a:latin typeface="Times New Roman" panose="02020603050405020304" pitchFamily="18" charset="0"/>
                <a:cs typeface="Times New Roman" panose="02020603050405020304" pitchFamily="18" charset="0"/>
              </a:rPr>
              <a:t>The Intermediate Certificate is the signer/issuer of the SSL/TLS Certificate. </a:t>
            </a:r>
          </a:p>
          <a:p>
            <a:pPr algn="just">
              <a:buFont typeface="Arial" panose="020B0604020202020204" pitchFamily="34" charset="0"/>
              <a:buChar char="•"/>
            </a:pPr>
            <a:r>
              <a:rPr lang="en-IN" i="0" dirty="0">
                <a:solidFill>
                  <a:srgbClr val="62615E"/>
                </a:solidFill>
                <a:effectLst/>
                <a:latin typeface="Times New Roman" panose="02020603050405020304" pitchFamily="18" charset="0"/>
                <a:cs typeface="Times New Roman" panose="02020603050405020304" pitchFamily="18" charset="0"/>
              </a:rPr>
              <a:t>The Root CA Certificate is the signer/issuer of the Intermediate Certificate. </a:t>
            </a:r>
          </a:p>
          <a:p>
            <a:pPr algn="just">
              <a:buFont typeface="Arial" panose="020B0604020202020204" pitchFamily="34" charset="0"/>
              <a:buChar char="•"/>
            </a:pPr>
            <a:r>
              <a:rPr lang="en-IN" i="0" dirty="0">
                <a:solidFill>
                  <a:srgbClr val="62615E"/>
                </a:solidFill>
                <a:effectLst/>
                <a:latin typeface="Times New Roman" panose="02020603050405020304" pitchFamily="18" charset="0"/>
                <a:cs typeface="Times New Roman" panose="02020603050405020304" pitchFamily="18" charset="0"/>
              </a:rPr>
              <a:t>If the Intermediate Certificate is not installed on the server (where the SSL/TLS certificate is installed) it may prevent some browsers, mobile devices, applications, etc. from trusting the SSL/TLS certificate. </a:t>
            </a:r>
          </a:p>
          <a:p>
            <a:pPr>
              <a:buFont typeface="Arial" panose="020B0604020202020204" pitchFamily="34" charset="0"/>
              <a:buChar char="•"/>
            </a:pPr>
            <a:r>
              <a:rPr lang="en-IN" i="0" dirty="0">
                <a:solidFill>
                  <a:srgbClr val="62615E"/>
                </a:solidFill>
                <a:effectLst/>
                <a:latin typeface="Times New Roman" panose="02020603050405020304" pitchFamily="18" charset="0"/>
                <a:cs typeface="Times New Roman" panose="02020603050405020304" pitchFamily="18" charset="0"/>
              </a:rPr>
              <a:t>In order to make the SSL/TLS certificate compatible with all clients, it is necessary that the Intermediate Certificate be installed.</a:t>
            </a:r>
          </a:p>
        </p:txBody>
      </p:sp>
    </p:spTree>
    <p:extLst>
      <p:ext uri="{BB962C8B-B14F-4D97-AF65-F5344CB8AC3E}">
        <p14:creationId xmlns:p14="http://schemas.microsoft.com/office/powerpoint/2010/main" val="276689469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6629-1FF7-0A4A-DB27-2132385C1E73}"/>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End entity certificate </a:t>
            </a:r>
          </a:p>
        </p:txBody>
      </p:sp>
      <p:sp>
        <p:nvSpPr>
          <p:cNvPr id="3" name="Content Placeholder 2">
            <a:extLst>
              <a:ext uri="{FF2B5EF4-FFF2-40B4-BE49-F238E27FC236}">
                <a16:creationId xmlns:a16="http://schemas.microsoft.com/office/drawing/2014/main" id="{8B06B960-B30A-C2C8-9627-7FAFDC63948B}"/>
              </a:ext>
            </a:extLst>
          </p:cNvPr>
          <p:cNvSpPr>
            <a:spLocks noGrp="1"/>
          </p:cNvSpPr>
          <p:nvPr>
            <p:ph idx="1"/>
          </p:nvPr>
        </p:nvSpPr>
        <p:spPr/>
        <p:txBody>
          <a:bodyPr>
            <a:normAutofit/>
          </a:bodyPr>
          <a:lstStyle/>
          <a:p>
            <a:r>
              <a:rPr lang="en-US" dirty="0">
                <a:solidFill>
                  <a:srgbClr val="17102F"/>
                </a:solidFill>
                <a:effectLst/>
                <a:latin typeface="Times New Roman" panose="02020603050405020304" pitchFamily="18" charset="0"/>
                <a:ea typeface="Calibri" panose="020F0502020204030204" pitchFamily="34" charset="0"/>
                <a:cs typeface="Times New Roman" panose="02020603050405020304" pitchFamily="18" charset="0"/>
              </a:rPr>
              <a:t>The end-entity provides critical information to the issuing CA via a Certificate Signing Request form. </a:t>
            </a:r>
          </a:p>
          <a:p>
            <a:r>
              <a:rPr lang="en-US" dirty="0">
                <a:solidFill>
                  <a:srgbClr val="17102F"/>
                </a:solidFill>
                <a:effectLst/>
                <a:latin typeface="Times New Roman" panose="02020603050405020304" pitchFamily="18" charset="0"/>
                <a:ea typeface="Calibri" panose="020F0502020204030204" pitchFamily="34" charset="0"/>
                <a:cs typeface="Times New Roman" panose="02020603050405020304" pitchFamily="18" charset="0"/>
              </a:rPr>
              <a:t>The certificate is then signed and issued by a trusted CA, attesting that the information provided was correct at the issuance time. </a:t>
            </a:r>
          </a:p>
          <a:p>
            <a:r>
              <a:rPr lang="en-US" dirty="0">
                <a:solidFill>
                  <a:srgbClr val="17102F"/>
                </a:solidFill>
                <a:effectLst/>
                <a:latin typeface="Times New Roman" panose="02020603050405020304" pitchFamily="18" charset="0"/>
                <a:ea typeface="Calibri" panose="020F0502020204030204" pitchFamily="34" charset="0"/>
                <a:cs typeface="Times New Roman" panose="02020603050405020304" pitchFamily="18" charset="0"/>
              </a:rPr>
              <a:t>The SSL connection to a server will fail if the certificate has not been verified and signed.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291737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999B-F716-9467-3B14-FB535BDBC749}"/>
              </a:ext>
            </a:extLst>
          </p:cNvPr>
          <p:cNvSpPr>
            <a:spLocks noGrp="1"/>
          </p:cNvSpPr>
          <p:nvPr>
            <p:ph type="title"/>
          </p:nvPr>
        </p:nvSpPr>
        <p:spPr>
          <a:xfrm>
            <a:off x="292100" y="390711"/>
            <a:ext cx="13485020" cy="657037"/>
          </a:xfrm>
        </p:spPr>
        <p:txBody>
          <a:bodyPr>
            <a:normAutofit fontScale="90000"/>
          </a:bodyPr>
          <a:lstStyle/>
          <a:p>
            <a:r>
              <a:rPr lang="en-US" dirty="0">
                <a:latin typeface="Times New Roman" panose="02020603050405020304" pitchFamily="18" charset="0"/>
                <a:cs typeface="Times New Roman" panose="02020603050405020304" pitchFamily="18" charset="0"/>
              </a:rPr>
              <a:t>FIELDS IN X.509 CERTIFICATES :-</a:t>
            </a:r>
          </a:p>
        </p:txBody>
      </p:sp>
      <p:pic>
        <p:nvPicPr>
          <p:cNvPr id="1026" name="Picture 2" descr="Lightbox">
            <a:extLst>
              <a:ext uri="{FF2B5EF4-FFF2-40B4-BE49-F238E27FC236}">
                <a16:creationId xmlns:a16="http://schemas.microsoft.com/office/drawing/2014/main" id="{26D03745-AA14-3265-805C-58BCBC01115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3132" y="1218513"/>
            <a:ext cx="10762735" cy="6227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3914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9847-318F-965D-86FD-FEC37CEAEDD9}"/>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A6329984-2A16-4774-238C-2A9CC2250115}"/>
              </a:ext>
            </a:extLst>
          </p:cNvPr>
          <p:cNvSpPr>
            <a:spLocks noGrp="1"/>
          </p:cNvSpPr>
          <p:nvPr>
            <p:ph idx="1"/>
          </p:nvPr>
        </p:nvSpPr>
        <p:spPr>
          <a:xfrm>
            <a:off x="160165" y="1246687"/>
            <a:ext cx="14124120" cy="6592202"/>
          </a:xfrm>
        </p:spPr>
        <p:txBody>
          <a:bodyPr/>
          <a:lstStyle/>
          <a:p>
            <a:r>
              <a:rPr lang="en-US" b="1" dirty="0">
                <a:latin typeface="Times New Roman" panose="02020603050405020304" pitchFamily="18" charset="0"/>
                <a:cs typeface="Times New Roman" panose="02020603050405020304" pitchFamily="18" charset="0"/>
              </a:rPr>
              <a:t>VERSION NUMBER</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It defines the x.509 version that concerns the certificate.</a:t>
            </a:r>
          </a:p>
          <a:p>
            <a:pPr lvl="1"/>
            <a:r>
              <a:rPr lang="en-US" dirty="0">
                <a:latin typeface="Times New Roman" panose="02020603050405020304" pitchFamily="18" charset="0"/>
                <a:cs typeface="Times New Roman" panose="02020603050405020304" pitchFamily="18" charset="0"/>
              </a:rPr>
              <a:t>This identifies which version of the x.509 standard applies to this certificate which affects what information can be specified in it.</a:t>
            </a:r>
          </a:p>
          <a:p>
            <a:pPr lvl="1"/>
            <a:endParaRPr lang="en-US" dirty="0"/>
          </a:p>
        </p:txBody>
      </p:sp>
      <p:pic>
        <p:nvPicPr>
          <p:cNvPr id="4" name="Content Placeholder 4">
            <a:extLst>
              <a:ext uri="{FF2B5EF4-FFF2-40B4-BE49-F238E27FC236}">
                <a16:creationId xmlns:a16="http://schemas.microsoft.com/office/drawing/2014/main" id="{3673CC0C-2F31-5680-B817-7C7E13815C7B}"/>
              </a:ext>
            </a:extLst>
          </p:cNvPr>
          <p:cNvPicPr>
            <a:picLocks noChangeAspect="1"/>
          </p:cNvPicPr>
          <p:nvPr/>
        </p:nvPicPr>
        <p:blipFill>
          <a:blip r:embed="rId2"/>
          <a:stretch>
            <a:fillRect/>
          </a:stretch>
        </p:blipFill>
        <p:spPr>
          <a:xfrm>
            <a:off x="2983588" y="3441153"/>
            <a:ext cx="7457872" cy="3949533"/>
          </a:xfrm>
          <a:prstGeom prst="rect">
            <a:avLst/>
          </a:prstGeom>
        </p:spPr>
      </p:pic>
    </p:spTree>
    <p:extLst>
      <p:ext uri="{BB962C8B-B14F-4D97-AF65-F5344CB8AC3E}">
        <p14:creationId xmlns:p14="http://schemas.microsoft.com/office/powerpoint/2010/main" val="182123489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B79FA-16CB-0472-CC56-958938CCDB90}"/>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B3F6CED6-5875-9917-7920-3CAB138FB312}"/>
              </a:ext>
            </a:extLst>
          </p:cNvPr>
          <p:cNvSpPr>
            <a:spLocks noGrp="1"/>
          </p:cNvSpPr>
          <p:nvPr>
            <p:ph idx="1"/>
          </p:nvPr>
        </p:nvSpPr>
        <p:spPr>
          <a:xfrm>
            <a:off x="253140" y="1246687"/>
            <a:ext cx="14124120" cy="6592202"/>
          </a:xfrm>
        </p:spPr>
        <p:txBody>
          <a:bodyPr/>
          <a:lstStyle/>
          <a:p>
            <a:r>
              <a:rPr lang="en-US" b="1" dirty="0">
                <a:latin typeface="Times New Roman" panose="02020603050405020304" pitchFamily="18" charset="0"/>
                <a:cs typeface="Times New Roman" panose="02020603050405020304" pitchFamily="18" charset="0"/>
              </a:rPr>
              <a:t>SERIAL NUMBER :-</a:t>
            </a:r>
          </a:p>
          <a:p>
            <a:pPr lvl="1"/>
            <a:r>
              <a:rPr lang="en-US" b="0" i="0" dirty="0">
                <a:solidFill>
                  <a:srgbClr val="273239"/>
                </a:solidFill>
                <a:effectLst/>
                <a:latin typeface="Times New Roman" panose="02020603050405020304" pitchFamily="18" charset="0"/>
                <a:cs typeface="Times New Roman" panose="02020603050405020304" pitchFamily="18" charset="0"/>
              </a:rPr>
              <a:t>It is the unique number that the certified authority issues that distinguishes the certificates from others.</a:t>
            </a:r>
          </a:p>
          <a:p>
            <a:pPr lvl="1"/>
            <a:r>
              <a:rPr lang="en-US" dirty="0">
                <a:solidFill>
                  <a:srgbClr val="273239"/>
                </a:solidFill>
                <a:latin typeface="Times New Roman" panose="02020603050405020304" pitchFamily="18" charset="0"/>
                <a:cs typeface="Times New Roman" panose="02020603050405020304" pitchFamily="18" charset="0"/>
              </a:rPr>
              <a:t>Every x.509 conforming CA generates a unique serial number for each issued certificate</a:t>
            </a:r>
          </a:p>
          <a:p>
            <a:pPr marL="573087" lvl="1" indent="0">
              <a:buNone/>
            </a:pPr>
            <a:r>
              <a:rPr lang="en-US" b="0" i="0" dirty="0">
                <a:solidFill>
                  <a:srgbClr val="273239"/>
                </a:solidFill>
                <a:effectLst/>
                <a:latin typeface="Times New Roman" panose="02020603050405020304" pitchFamily="18" charset="0"/>
                <a:cs typeface="Times New Roman" panose="02020603050405020304" pitchFamily="18" charset="0"/>
              </a:rPr>
              <a:t>    </a:t>
            </a:r>
            <a:r>
              <a:rPr lang="en-US" dirty="0">
                <a:solidFill>
                  <a:srgbClr val="273239"/>
                </a:solidFill>
                <a:latin typeface="Times New Roman" panose="02020603050405020304" pitchFamily="18" charset="0"/>
                <a:cs typeface="Times New Roman" panose="02020603050405020304" pitchFamily="18" charset="0"/>
              </a:rPr>
              <a:t>which in fact is a long integer serial number must be unique, not greater than 20 bytes.</a:t>
            </a:r>
          </a:p>
          <a:p>
            <a:pPr marL="573087" lvl="1" indent="0">
              <a:buNone/>
            </a:pPr>
            <a:endParaRPr lang="en-US" dirty="0"/>
          </a:p>
        </p:txBody>
      </p:sp>
    </p:spTree>
    <p:extLst>
      <p:ext uri="{BB962C8B-B14F-4D97-AF65-F5344CB8AC3E}">
        <p14:creationId xmlns:p14="http://schemas.microsoft.com/office/powerpoint/2010/main" val="273821217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3B210-AEBC-3C0B-0B68-6D73DD3AE53E}"/>
              </a:ext>
            </a:extLst>
          </p:cNvPr>
          <p:cNvSpPr>
            <a:spLocks noGrp="1"/>
          </p:cNvSpPr>
          <p:nvPr>
            <p:ph type="title"/>
          </p:nvPr>
        </p:nvSpPr>
        <p:spPr>
          <a:xfrm>
            <a:off x="219592" y="411482"/>
            <a:ext cx="13616955" cy="657037"/>
          </a:xfrm>
        </p:spPr>
        <p:txBody>
          <a:bodyPr>
            <a:normAutofit fontScale="90000"/>
          </a:bodyPr>
          <a:lstStyle/>
          <a:p>
            <a:r>
              <a:rPr lang="en-US" dirty="0">
                <a:latin typeface="Times New Roman" panose="02020603050405020304" pitchFamily="18" charset="0"/>
                <a:cs typeface="Times New Roman" panose="02020603050405020304" pitchFamily="18" charset="0"/>
              </a:rPr>
              <a:t>Signature Algorithm identifier :-</a:t>
            </a:r>
          </a:p>
        </p:txBody>
      </p:sp>
      <p:sp>
        <p:nvSpPr>
          <p:cNvPr id="3" name="Content Placeholder 2">
            <a:extLst>
              <a:ext uri="{FF2B5EF4-FFF2-40B4-BE49-F238E27FC236}">
                <a16:creationId xmlns:a16="http://schemas.microsoft.com/office/drawing/2014/main" id="{3C7851DF-D393-4198-1285-DE67F2E0C6F3}"/>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This is the algorithm that is used for signing the certificate.</a:t>
            </a:r>
          </a:p>
          <a:p>
            <a:r>
              <a:rPr lang="en-US" dirty="0">
                <a:solidFill>
                  <a:srgbClr val="273239"/>
                </a:solidFill>
                <a:latin typeface="Times New Roman" panose="02020603050405020304" pitchFamily="18" charset="0"/>
                <a:cs typeface="Times New Roman" panose="02020603050405020304" pitchFamily="18" charset="0"/>
              </a:rPr>
              <a:t>A signature algorithm is used to sign the piece of data and to calculate its hash with a certain hash function.</a:t>
            </a:r>
          </a:p>
          <a:p>
            <a:r>
              <a:rPr lang="en-US" dirty="0">
                <a:solidFill>
                  <a:srgbClr val="273239"/>
                </a:solidFill>
                <a:latin typeface="Times New Roman" panose="02020603050405020304" pitchFamily="18" charset="0"/>
                <a:cs typeface="Times New Roman" panose="02020603050405020304" pitchFamily="18" charset="0"/>
              </a:rPr>
              <a:t>This is issued by the issuer before signing the certificate he will select what signature algorithm he will use to sign the certificate.</a:t>
            </a:r>
          </a:p>
        </p:txBody>
      </p:sp>
    </p:spTree>
    <p:extLst>
      <p:ext uri="{BB962C8B-B14F-4D97-AF65-F5344CB8AC3E}">
        <p14:creationId xmlns:p14="http://schemas.microsoft.com/office/powerpoint/2010/main" val="88647025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8835-8CED-263C-3A9B-9B7517AF526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E472641A-F7E3-3CF6-D448-5ABA6703B643}"/>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ISSUER NAME</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The name of the person who issued the certificate. Usually it is Certificate Authority(CA)</a:t>
            </a:r>
          </a:p>
          <a:p>
            <a:r>
              <a:rPr lang="en-US" b="1" dirty="0">
                <a:latin typeface="Times New Roman" panose="02020603050405020304" pitchFamily="18" charset="0"/>
                <a:cs typeface="Times New Roman" panose="02020603050405020304" pitchFamily="18" charset="0"/>
              </a:rPr>
              <a:t>VALIDITY PERIOD :-</a:t>
            </a:r>
          </a:p>
          <a:p>
            <a:pPr lvl="1"/>
            <a:r>
              <a:rPr lang="en-US" b="0" i="0" dirty="0">
                <a:solidFill>
                  <a:srgbClr val="273239"/>
                </a:solidFill>
                <a:effectLst/>
                <a:latin typeface="Times New Roman" panose="02020603050405020304" pitchFamily="18" charset="0"/>
                <a:cs typeface="Times New Roman" panose="02020603050405020304" pitchFamily="18" charset="0"/>
              </a:rPr>
              <a:t>It defines the period for which the certificate is valid.</a:t>
            </a:r>
          </a:p>
          <a:p>
            <a:pPr lvl="1"/>
            <a:r>
              <a:rPr lang="en-US" dirty="0">
                <a:solidFill>
                  <a:srgbClr val="273239"/>
                </a:solidFill>
                <a:latin typeface="Times New Roman" panose="02020603050405020304" pitchFamily="18" charset="0"/>
                <a:cs typeface="Times New Roman" panose="02020603050405020304" pitchFamily="18" charset="0"/>
              </a:rPr>
              <a:t>It gives us the start and end date, as well as the time the certificate is valid and can be trusted.</a:t>
            </a:r>
            <a:endParaRPr lang="en-US" b="0" i="0" dirty="0">
              <a:solidFill>
                <a:srgbClr val="273239"/>
              </a:solidFill>
              <a:effectLst/>
              <a:latin typeface="Times New Roman" panose="02020603050405020304" pitchFamily="18" charset="0"/>
              <a:cs typeface="Times New Roman" panose="02020603050405020304" pitchFamily="18" charset="0"/>
            </a:endParaRPr>
          </a:p>
          <a:p>
            <a:r>
              <a:rPr lang="en-US" b="1" dirty="0">
                <a:solidFill>
                  <a:srgbClr val="273239"/>
                </a:solidFill>
                <a:latin typeface="Times New Roman" panose="02020603050405020304" pitchFamily="18" charset="0"/>
                <a:cs typeface="Times New Roman" panose="02020603050405020304" pitchFamily="18" charset="0"/>
              </a:rPr>
              <a:t>SUBJECT NAME </a:t>
            </a:r>
            <a:r>
              <a:rPr lang="en-US" dirty="0">
                <a:solidFill>
                  <a:srgbClr val="273239"/>
                </a:solidFill>
                <a:latin typeface="Times New Roman" panose="02020603050405020304" pitchFamily="18" charset="0"/>
                <a:cs typeface="Times New Roman" panose="02020603050405020304" pitchFamily="18" charset="0"/>
              </a:rPr>
              <a:t>:-</a:t>
            </a:r>
          </a:p>
          <a:p>
            <a:pPr marL="0" indent="0">
              <a:buNone/>
            </a:pPr>
            <a:r>
              <a:rPr lang="en-US" sz="2800" dirty="0">
                <a:solidFill>
                  <a:srgbClr val="273239"/>
                </a:solidFill>
                <a:latin typeface="Times New Roman" panose="02020603050405020304" pitchFamily="18" charset="0"/>
                <a:cs typeface="Times New Roman" panose="02020603050405020304" pitchFamily="18" charset="0"/>
              </a:rPr>
              <a:t>      </a:t>
            </a:r>
            <a:r>
              <a:rPr lang="en-US" sz="2800" b="0" i="0" dirty="0">
                <a:solidFill>
                  <a:srgbClr val="273239"/>
                </a:solidFill>
                <a:effectLst/>
                <a:latin typeface="Times New Roman" panose="02020603050405020304" pitchFamily="18" charset="0"/>
                <a:cs typeface="Times New Roman" panose="02020603050405020304" pitchFamily="18" charset="0"/>
              </a:rPr>
              <a:t>Tells about the name of the user to whom this certificate has been issued.</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09165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744C-C9DB-52DC-0B60-F0A31BCB3A37}"/>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5870B1CC-305E-70F9-58DF-2EF826025FD6}"/>
              </a:ext>
            </a:extLst>
          </p:cNvPr>
          <p:cNvSpPr>
            <a:spLocks noGrp="1"/>
          </p:cNvSpPr>
          <p:nvPr>
            <p:ph idx="1"/>
          </p:nvPr>
        </p:nvSpPr>
        <p:spPr>
          <a:xfrm>
            <a:off x="253140" y="1246687"/>
            <a:ext cx="14124120" cy="6592202"/>
          </a:xfrm>
        </p:spPr>
        <p:txBody>
          <a:bodyPr/>
          <a:lstStyle/>
          <a:p>
            <a:r>
              <a:rPr lang="en-US" b="1" dirty="0">
                <a:solidFill>
                  <a:srgbClr val="273239"/>
                </a:solidFill>
                <a:latin typeface="Times New Roman" panose="02020603050405020304" pitchFamily="18" charset="0"/>
                <a:cs typeface="Times New Roman" panose="02020603050405020304" pitchFamily="18" charset="0"/>
              </a:rPr>
              <a:t>PUBLIC KEY INFORMATION </a:t>
            </a:r>
            <a:r>
              <a:rPr lang="en-US" b="0" i="0" dirty="0">
                <a:solidFill>
                  <a:srgbClr val="273239"/>
                </a:solidFill>
                <a:effectLst/>
                <a:latin typeface="Times New Roman" panose="02020603050405020304" pitchFamily="18" charset="0"/>
                <a:cs typeface="Times New Roman" panose="02020603050405020304" pitchFamily="18" charset="0"/>
              </a:rPr>
              <a:t>:-</a:t>
            </a:r>
          </a:p>
          <a:p>
            <a:pPr marL="0" indent="0" algn="just">
              <a:buNone/>
            </a:pPr>
            <a:r>
              <a:rPr lang="en-US" sz="2800" dirty="0">
                <a:solidFill>
                  <a:srgbClr val="273239"/>
                </a:solidFill>
                <a:latin typeface="urw-din"/>
              </a:rPr>
              <a:t>     </a:t>
            </a:r>
            <a:r>
              <a:rPr lang="en-US" sz="2800" b="0" i="0" dirty="0">
                <a:solidFill>
                  <a:srgbClr val="273239"/>
                </a:solidFill>
                <a:effectLst/>
                <a:latin typeface="Times New Roman" panose="02020603050405020304" pitchFamily="18" charset="0"/>
                <a:cs typeface="Times New Roman" panose="02020603050405020304" pitchFamily="18" charset="0"/>
              </a:rPr>
              <a:t>It defines the subject’s public key along with an identifier of the algorithm                      for which this key is supposed to be used.</a:t>
            </a:r>
          </a:p>
          <a:p>
            <a:pPr marL="0" indent="0" algn="just">
              <a:buNone/>
            </a:pPr>
            <a:r>
              <a:rPr lang="en-US" sz="2800" dirty="0">
                <a:solidFill>
                  <a:srgbClr val="273239"/>
                </a:solidFill>
                <a:latin typeface="Times New Roman" panose="02020603050405020304" pitchFamily="18" charset="0"/>
                <a:cs typeface="Times New Roman" panose="02020603050405020304" pitchFamily="18" charset="0"/>
              </a:rPr>
              <a:t>      In order to encrypt or decrypt the information the user will be using public key so </a:t>
            </a:r>
          </a:p>
          <a:p>
            <a:pPr marL="0" indent="0" algn="just">
              <a:buNone/>
            </a:pPr>
            <a:r>
              <a:rPr lang="en-US" sz="2800" dirty="0">
                <a:solidFill>
                  <a:srgbClr val="273239"/>
                </a:solidFill>
                <a:latin typeface="Times New Roman" panose="02020603050405020304" pitchFamily="18" charset="0"/>
                <a:cs typeface="Times New Roman" panose="02020603050405020304" pitchFamily="18" charset="0"/>
              </a:rPr>
              <a:t>      that public key information is present here.</a:t>
            </a:r>
          </a:p>
          <a:p>
            <a:pPr algn="just"/>
            <a:r>
              <a:rPr lang="en-US" b="1" dirty="0">
                <a:solidFill>
                  <a:srgbClr val="273239"/>
                </a:solidFill>
                <a:latin typeface="Times New Roman" panose="02020603050405020304" pitchFamily="18" charset="0"/>
                <a:cs typeface="Times New Roman" panose="02020603050405020304" pitchFamily="18" charset="0"/>
              </a:rPr>
              <a:t>ISSUER UNIQUE ID</a:t>
            </a:r>
            <a:r>
              <a:rPr lang="en-US" dirty="0">
                <a:solidFill>
                  <a:srgbClr val="273239"/>
                </a:solidFill>
                <a:latin typeface="Times New Roman" panose="02020603050405020304" pitchFamily="18" charset="0"/>
                <a:cs typeface="Times New Roman" panose="02020603050405020304" pitchFamily="18" charset="0"/>
              </a:rPr>
              <a:t>:-</a:t>
            </a:r>
          </a:p>
          <a:p>
            <a:pPr marL="0" indent="0" algn="just">
              <a:buNone/>
            </a:pPr>
            <a:r>
              <a:rPr lang="en-US" dirty="0">
                <a:solidFill>
                  <a:srgbClr val="273239"/>
                </a:solidFill>
                <a:latin typeface="urw-din"/>
                <a:cs typeface="Times New Roman" panose="02020603050405020304" pitchFamily="18" charset="0"/>
              </a:rPr>
              <a:t>      </a:t>
            </a:r>
            <a:r>
              <a:rPr lang="en-US" sz="2800" dirty="0">
                <a:solidFill>
                  <a:srgbClr val="273239"/>
                </a:solidFill>
                <a:latin typeface="Times New Roman" panose="02020603050405020304" pitchFamily="18" charset="0"/>
                <a:cs typeface="Times New Roman" panose="02020603050405020304" pitchFamily="18" charset="0"/>
              </a:rPr>
              <a:t>Each issuer has a unique id and that id will be present here.</a:t>
            </a:r>
          </a:p>
          <a:p>
            <a:pPr algn="just"/>
            <a:r>
              <a:rPr lang="en-US" b="1" dirty="0">
                <a:solidFill>
                  <a:srgbClr val="273239"/>
                </a:solidFill>
                <a:latin typeface="Times New Roman" panose="02020603050405020304" pitchFamily="18" charset="0"/>
                <a:cs typeface="Times New Roman" panose="02020603050405020304" pitchFamily="18" charset="0"/>
              </a:rPr>
              <a:t>SUBJECT UNIQUE ID</a:t>
            </a:r>
            <a:r>
              <a:rPr lang="en-US" dirty="0">
                <a:solidFill>
                  <a:srgbClr val="273239"/>
                </a:solidFill>
                <a:latin typeface="urw-din"/>
                <a:cs typeface="Times New Roman" panose="02020603050405020304" pitchFamily="18" charset="0"/>
              </a:rPr>
              <a:t>:-</a:t>
            </a:r>
          </a:p>
          <a:p>
            <a:pPr marL="0" indent="0" algn="just">
              <a:buNone/>
            </a:pPr>
            <a:r>
              <a:rPr lang="en-US" dirty="0">
                <a:solidFill>
                  <a:srgbClr val="273239"/>
                </a:solidFill>
                <a:latin typeface="urw-din"/>
                <a:cs typeface="Times New Roman" panose="02020603050405020304" pitchFamily="18" charset="0"/>
              </a:rPr>
              <a:t>      </a:t>
            </a:r>
            <a:r>
              <a:rPr lang="en-US" sz="2800" dirty="0">
                <a:solidFill>
                  <a:srgbClr val="273239"/>
                </a:solidFill>
                <a:latin typeface="Times New Roman" panose="02020603050405020304" pitchFamily="18" charset="0"/>
                <a:cs typeface="Times New Roman" panose="02020603050405020304" pitchFamily="18" charset="0"/>
              </a:rPr>
              <a:t>Each subject has a unique id and that id will be present here. PUBLIC </a:t>
            </a:r>
          </a:p>
        </p:txBody>
      </p:sp>
    </p:spTree>
    <p:extLst>
      <p:ext uri="{BB962C8B-B14F-4D97-AF65-F5344CB8AC3E}">
        <p14:creationId xmlns:p14="http://schemas.microsoft.com/office/powerpoint/2010/main" val="1800914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6E53-B3F4-B0D4-8D23-6FDB5A2C1C30}"/>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38F20027-939E-0EF6-8227-982E78C8DA69}"/>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EXTENSIONS</a:t>
            </a:r>
            <a:r>
              <a:rPr lang="en-US" dirty="0">
                <a:latin typeface="Times New Roman" panose="02020603050405020304" pitchFamily="18" charset="0"/>
                <a:cs typeface="Times New Roman" panose="02020603050405020304" pitchFamily="18" charset="0"/>
              </a:rPr>
              <a:t> :-</a:t>
            </a:r>
          </a:p>
          <a:p>
            <a:pPr lvl="1"/>
            <a:r>
              <a:rPr lang="en-US" b="0" i="0" dirty="0">
                <a:solidFill>
                  <a:srgbClr val="000000"/>
                </a:solidFill>
                <a:effectLst/>
                <a:latin typeface="Times New Roman" panose="02020603050405020304" pitchFamily="18" charset="0"/>
                <a:cs typeface="Times New Roman" panose="02020603050405020304" pitchFamily="18" charset="0"/>
              </a:rPr>
              <a:t>X.509 version 3 certificates include a list of extensions that can be used to obtain additional information on the subject or the issuer of the certificate. Those may be e mail addresses, flags that indicate whether the belongs to a CA etc.</a:t>
            </a:r>
          </a:p>
          <a:p>
            <a:pPr lvl="1"/>
            <a:r>
              <a:rPr lang="en-US" b="0" i="0" dirty="0">
                <a:solidFill>
                  <a:srgbClr val="252525"/>
                </a:solidFill>
                <a:effectLst/>
                <a:latin typeface="Times New Roman" panose="02020603050405020304" pitchFamily="18" charset="0"/>
                <a:cs typeface="Times New Roman" panose="02020603050405020304" pitchFamily="18" charset="0"/>
              </a:rPr>
              <a:t>An X.509 v3 certificate contains an extension field that permits any number of additional fields to be added to the certificate. Certificate extensions provide a way of adding information such as alternative subject names and usage restrictions to certificates.</a:t>
            </a:r>
            <a:endParaRPr lang="en-US" b="0" i="0" dirty="0">
              <a:solidFill>
                <a:srgbClr val="273239"/>
              </a:solidFill>
              <a:effectLst/>
              <a:latin typeface="Times New Roman" panose="02020603050405020304" pitchFamily="18" charset="0"/>
              <a:cs typeface="Times New Roman" panose="02020603050405020304" pitchFamily="18" charset="0"/>
            </a:endParaRPr>
          </a:p>
          <a:p>
            <a:pPr lvl="1"/>
            <a:r>
              <a:rPr lang="en-US" dirty="0">
                <a:solidFill>
                  <a:srgbClr val="273239"/>
                </a:solidFill>
                <a:latin typeface="Times New Roman" panose="02020603050405020304" pitchFamily="18" charset="0"/>
                <a:cs typeface="Times New Roman" panose="02020603050405020304" pitchFamily="18" charset="0"/>
              </a:rPr>
              <a:t> Extensions have their own unique Id’s  expressed as a set of values called an object identifier.</a:t>
            </a:r>
          </a:p>
          <a:p>
            <a:pPr lvl="1"/>
            <a:r>
              <a:rPr lang="en-US" dirty="0">
                <a:solidFill>
                  <a:srgbClr val="273239"/>
                </a:solidFill>
                <a:latin typeface="Times New Roman" panose="02020603050405020304" pitchFamily="18" charset="0"/>
                <a:cs typeface="Times New Roman" panose="02020603050405020304" pitchFamily="18" charset="0"/>
              </a:rPr>
              <a:t>An extension can be rejected if it is not recognized or if the extension has information that can’t be processed.</a:t>
            </a:r>
          </a:p>
        </p:txBody>
      </p:sp>
    </p:spTree>
    <p:extLst>
      <p:ext uri="{BB962C8B-B14F-4D97-AF65-F5344CB8AC3E}">
        <p14:creationId xmlns:p14="http://schemas.microsoft.com/office/powerpoint/2010/main" val="29173001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11EC-C726-CD68-C258-724FEC8BF30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A35335FB-8030-4DAE-7465-2CA63767EC65}"/>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SIGNATURE</a:t>
            </a:r>
            <a:r>
              <a:rPr lang="en-US" dirty="0">
                <a:latin typeface="Times New Roman" panose="02020603050405020304" pitchFamily="18" charset="0"/>
                <a:cs typeface="Times New Roman" panose="02020603050405020304" pitchFamily="18" charset="0"/>
              </a:rPr>
              <a:t> :-</a:t>
            </a:r>
          </a:p>
          <a:p>
            <a:pPr lvl="1"/>
            <a:r>
              <a:rPr lang="en-US" b="0" i="0" dirty="0">
                <a:solidFill>
                  <a:srgbClr val="273239"/>
                </a:solidFill>
                <a:effectLst/>
                <a:latin typeface="Times New Roman" panose="02020603050405020304" pitchFamily="18" charset="0"/>
                <a:cs typeface="Times New Roman" panose="02020603050405020304" pitchFamily="18" charset="0"/>
              </a:rPr>
              <a:t>This field contains the hash code of all other fields which is encrypted by the certified authority private key.</a:t>
            </a:r>
          </a:p>
          <a:p>
            <a:pPr lvl="1"/>
            <a:r>
              <a:rPr lang="en-US" sz="3200" b="1" dirty="0">
                <a:solidFill>
                  <a:srgbClr val="273239"/>
                </a:solidFill>
                <a:latin typeface="Times New Roman" panose="02020603050405020304" pitchFamily="18" charset="0"/>
                <a:cs typeface="Times New Roman" panose="02020603050405020304" pitchFamily="18" charset="0"/>
              </a:rPr>
              <a:t>SIGNATURE ALGORITHMS :-</a:t>
            </a:r>
          </a:p>
          <a:p>
            <a:pPr lvl="1"/>
            <a:r>
              <a:rPr lang="en-US" dirty="0">
                <a:solidFill>
                  <a:srgbClr val="273239"/>
                </a:solidFill>
                <a:latin typeface="Times New Roman" panose="02020603050405020304" pitchFamily="18" charset="0"/>
                <a:cs typeface="Times New Roman" panose="02020603050405020304" pitchFamily="18" charset="0"/>
              </a:rPr>
              <a:t>md5withRSA encryption</a:t>
            </a:r>
          </a:p>
          <a:p>
            <a:pPr lvl="1"/>
            <a:r>
              <a:rPr lang="en-US" dirty="0">
                <a:solidFill>
                  <a:srgbClr val="273239"/>
                </a:solidFill>
                <a:latin typeface="Times New Roman" panose="02020603050405020304" pitchFamily="18" charset="0"/>
                <a:cs typeface="Times New Roman" panose="02020603050405020304" pitchFamily="18" charset="0"/>
              </a:rPr>
              <a:t>sha1withRSA encryption</a:t>
            </a:r>
          </a:p>
          <a:p>
            <a:pPr lvl="1"/>
            <a:r>
              <a:rPr lang="en-US" dirty="0">
                <a:solidFill>
                  <a:srgbClr val="273239"/>
                </a:solidFill>
                <a:latin typeface="Times New Roman" panose="02020603050405020304" pitchFamily="18" charset="0"/>
                <a:cs typeface="Times New Roman" panose="02020603050405020304" pitchFamily="18" charset="0"/>
              </a:rPr>
              <a:t>sha224withRSA encryption </a:t>
            </a:r>
          </a:p>
          <a:p>
            <a:pPr lvl="1"/>
            <a:r>
              <a:rPr lang="en-US" sz="3200" b="1" dirty="0">
                <a:solidFill>
                  <a:srgbClr val="273239"/>
                </a:solidFill>
                <a:latin typeface="Times New Roman" panose="02020603050405020304" pitchFamily="18" charset="0"/>
                <a:cs typeface="Times New Roman" panose="02020603050405020304" pitchFamily="18" charset="0"/>
              </a:rPr>
              <a:t>HASH ALGORITHMS :-</a:t>
            </a:r>
          </a:p>
          <a:p>
            <a:pPr lvl="1"/>
            <a:r>
              <a:rPr lang="en-US" dirty="0">
                <a:solidFill>
                  <a:srgbClr val="273239"/>
                </a:solidFill>
                <a:latin typeface="Times New Roman" panose="02020603050405020304" pitchFamily="18" charset="0"/>
                <a:cs typeface="Times New Roman" panose="02020603050405020304" pitchFamily="18" charset="0"/>
              </a:rPr>
              <a:t>MD-5</a:t>
            </a:r>
          </a:p>
          <a:p>
            <a:pPr lvl="1"/>
            <a:r>
              <a:rPr lang="en-US" dirty="0">
                <a:solidFill>
                  <a:srgbClr val="273239"/>
                </a:solidFill>
                <a:latin typeface="Times New Roman" panose="02020603050405020304" pitchFamily="18" charset="0"/>
                <a:cs typeface="Times New Roman" panose="02020603050405020304" pitchFamily="18" charset="0"/>
              </a:rPr>
              <a:t>SHA-256</a:t>
            </a:r>
          </a:p>
          <a:p>
            <a:pPr lvl="1"/>
            <a:r>
              <a:rPr lang="en-US" dirty="0">
                <a:solidFill>
                  <a:srgbClr val="273239"/>
                </a:solidFill>
                <a:latin typeface="Times New Roman" panose="02020603050405020304" pitchFamily="18" charset="0"/>
                <a:cs typeface="Times New Roman" panose="02020603050405020304" pitchFamily="18" charset="0"/>
              </a:rPr>
              <a:t>RIPEMD-160</a:t>
            </a:r>
          </a:p>
        </p:txBody>
      </p:sp>
    </p:spTree>
    <p:extLst>
      <p:ext uri="{BB962C8B-B14F-4D97-AF65-F5344CB8AC3E}">
        <p14:creationId xmlns:p14="http://schemas.microsoft.com/office/powerpoint/2010/main" val="166823386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4255F-E0A1-4403-38CF-EBD12F9F151F}"/>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Overview of certificate creation</a:t>
            </a:r>
          </a:p>
        </p:txBody>
      </p:sp>
      <p:sp>
        <p:nvSpPr>
          <p:cNvPr id="3" name="Content Placeholder 2">
            <a:extLst>
              <a:ext uri="{FF2B5EF4-FFF2-40B4-BE49-F238E27FC236}">
                <a16:creationId xmlns:a16="http://schemas.microsoft.com/office/drawing/2014/main" id="{E26C6212-06BB-AEF6-80BA-E259188C2A4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Now  see how to create certificate and how it works between server and client.</a:t>
            </a:r>
          </a:p>
          <a:p>
            <a:r>
              <a:rPr lang="en-US" dirty="0">
                <a:latin typeface="Times New Roman" panose="02020603050405020304" pitchFamily="18" charset="0"/>
                <a:cs typeface="Times New Roman" panose="02020603050405020304" pitchFamily="18" charset="0"/>
              </a:rPr>
              <a:t> Creating certificate consists of three main components. They are</a:t>
            </a:r>
          </a:p>
          <a:p>
            <a:pPr algn="l" fontAlgn="auto">
              <a:buFont typeface="+mj-lt"/>
              <a:buAutoNum type="arabicPeriod"/>
            </a:pPr>
            <a:r>
              <a:rPr lang="en-IN" b="1" dirty="0">
                <a:latin typeface="Times New Roman" panose="02020603050405020304" pitchFamily="18" charset="0"/>
                <a:cs typeface="Times New Roman" panose="02020603050405020304" pitchFamily="18" charset="0"/>
              </a:rPr>
              <a:t>K</a:t>
            </a:r>
            <a:r>
              <a:rPr lang="en-IN" b="1" dirty="0">
                <a:effectLst/>
                <a:latin typeface="Times New Roman" panose="02020603050405020304" pitchFamily="18" charset="0"/>
                <a:cs typeface="Times New Roman" panose="02020603050405020304" pitchFamily="18" charset="0"/>
              </a:rPr>
              <a:t>ey Pair:</a:t>
            </a:r>
            <a:r>
              <a:rPr lang="en-IN" dirty="0">
                <a:effectLst/>
                <a:latin typeface="Times New Roman" panose="02020603050405020304" pitchFamily="18" charset="0"/>
                <a:cs typeface="Times New Roman" panose="02020603050405020304" pitchFamily="18" charset="0"/>
              </a:rPr>
              <a:t> It consists of two keys -- Public key and private key. A private key allows you to sign the document so that the intended person can verify the signature using the public key related to it.</a:t>
            </a:r>
          </a:p>
          <a:p>
            <a:pPr algn="l" fontAlgn="auto">
              <a:buFont typeface="+mj-lt"/>
              <a:buAutoNum type="arabicPeriod"/>
            </a:pPr>
            <a:r>
              <a:rPr lang="en-IN" b="1" dirty="0">
                <a:effectLst/>
                <a:latin typeface="Times New Roman" panose="02020603050405020304" pitchFamily="18" charset="0"/>
                <a:cs typeface="Times New Roman" panose="02020603050405020304" pitchFamily="18" charset="0"/>
              </a:rPr>
              <a:t>Digital Signature:</a:t>
            </a:r>
            <a:r>
              <a:rPr lang="en-IN" dirty="0">
                <a:effectLst/>
                <a:latin typeface="Times New Roman" panose="02020603050405020304" pitchFamily="18" charset="0"/>
                <a:cs typeface="Times New Roman" panose="02020603050405020304" pitchFamily="18" charset="0"/>
              </a:rPr>
              <a:t> A digital signature is added by a certificate authority (CA) to assure users that the certificate in use is genuine.</a:t>
            </a:r>
          </a:p>
          <a:p>
            <a:pPr algn="l" fontAlgn="auto">
              <a:buFont typeface="+mj-lt"/>
              <a:buAutoNum type="arabicPeriod"/>
            </a:pPr>
            <a:r>
              <a:rPr lang="en-IN" b="1" dirty="0">
                <a:effectLst/>
                <a:latin typeface="Times New Roman" panose="02020603050405020304" pitchFamily="18" charset="0"/>
                <a:cs typeface="Times New Roman" panose="02020603050405020304" pitchFamily="18" charset="0"/>
              </a:rPr>
              <a:t>Identity information:</a:t>
            </a:r>
            <a:r>
              <a:rPr lang="en-IN" dirty="0">
                <a:effectLst/>
                <a:latin typeface="Times New Roman" panose="02020603050405020304" pitchFamily="18" charset="0"/>
                <a:cs typeface="Times New Roman" panose="02020603050405020304" pitchFamily="18" charset="0"/>
              </a:rPr>
              <a:t> It also consists of information related to the party to which a certificate is issued &amp; the identity that issued it (certificate authority).</a:t>
            </a:r>
          </a:p>
          <a:p>
            <a:pPr marL="0" indent="0">
              <a:buNone/>
            </a:pPr>
            <a:br>
              <a:rPr lang="en-IN"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67012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F484C-B3AB-65C5-60BF-C5F6B63CD05C}"/>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Continue………..</a:t>
            </a:r>
          </a:p>
        </p:txBody>
      </p:sp>
      <p:sp>
        <p:nvSpPr>
          <p:cNvPr id="3" name="Content Placeholder 2">
            <a:extLst>
              <a:ext uri="{FF2B5EF4-FFF2-40B4-BE49-F238E27FC236}">
                <a16:creationId xmlns:a16="http://schemas.microsoft.com/office/drawing/2014/main" id="{2815A1BA-1D95-FB43-6CCA-CEC15D5EDBA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First of all ,create the root certificate(certificate authority) which is also called as self-signed certificate by using its own private key.</a:t>
            </a:r>
          </a:p>
          <a:p>
            <a:r>
              <a:rPr lang="en-US" dirty="0">
                <a:latin typeface="Times New Roman" panose="02020603050405020304" pitchFamily="18" charset="0"/>
                <a:cs typeface="Times New Roman" panose="02020603050405020304" pitchFamily="18" charset="0"/>
              </a:rPr>
              <a:t>For creating  server certificate, we have to give certificate signing request to certificate authority.</a:t>
            </a:r>
          </a:p>
          <a:p>
            <a:r>
              <a:rPr lang="en-US" dirty="0">
                <a:latin typeface="Times New Roman" panose="02020603050405020304" pitchFamily="18" charset="0"/>
                <a:cs typeface="Times New Roman" panose="02020603050405020304" pitchFamily="18" charset="0"/>
              </a:rPr>
              <a:t>That CSR contains that name, organization and email and server  public key.</a:t>
            </a:r>
          </a:p>
          <a:p>
            <a:r>
              <a:rPr lang="en-US" dirty="0">
                <a:latin typeface="Times New Roman" panose="02020603050405020304" pitchFamily="18" charset="0"/>
                <a:cs typeface="Times New Roman" panose="02020603050405020304" pitchFamily="18" charset="0"/>
              </a:rPr>
              <a:t>The server signs this CSR by using its own private key.</a:t>
            </a:r>
          </a:p>
          <a:p>
            <a:r>
              <a:rPr lang="en-US" dirty="0">
                <a:latin typeface="Times New Roman" panose="02020603050405020304" pitchFamily="18" charset="0"/>
                <a:cs typeface="Times New Roman" panose="02020603050405020304" pitchFamily="18" charset="0"/>
              </a:rPr>
              <a:t>Now CA verifies the sever information and signature by using server’s public key.</a:t>
            </a:r>
          </a:p>
          <a:p>
            <a:r>
              <a:rPr lang="en-US" dirty="0">
                <a:latin typeface="Times New Roman" panose="02020603050405020304" pitchFamily="18" charset="0"/>
                <a:cs typeface="Times New Roman" panose="02020603050405020304" pitchFamily="18" charset="0"/>
              </a:rPr>
              <a:t>If everything is verified  and valid the CA signs the certificate by using their own private key and sends that  certificate to the server.</a:t>
            </a:r>
          </a:p>
          <a:p>
            <a:r>
              <a:rPr lang="en-US" dirty="0">
                <a:latin typeface="Times New Roman" panose="02020603050405020304" pitchFamily="18" charset="0"/>
                <a:cs typeface="Times New Roman" panose="02020603050405020304" pitchFamily="18" charset="0"/>
              </a:rPr>
              <a:t>Client also follow this same procedure for creating client certificate.</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074093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X.509 Certificate Mechanism</a:t>
            </a:r>
          </a:p>
        </p:txBody>
      </p:sp>
      <p:pic>
        <p:nvPicPr>
          <p:cNvPr id="1026" name="Picture 2" descr="X.509 Authentication Service - GeeksforGeeks">
            <a:extLst>
              <a:ext uri="{FF2B5EF4-FFF2-40B4-BE49-F238E27FC236}">
                <a16:creationId xmlns:a16="http://schemas.microsoft.com/office/drawing/2014/main" id="{7DE60313-3138-3B30-10A3-6E989BCCF6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6950" y="2140744"/>
            <a:ext cx="11442357"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99983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6AA9B-4159-4B11-68BA-B7A8D9A95459}"/>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How certificate works between server and client</a:t>
            </a:r>
          </a:p>
        </p:txBody>
      </p:sp>
      <p:sp>
        <p:nvSpPr>
          <p:cNvPr id="3" name="Content Placeholder 2">
            <a:extLst>
              <a:ext uri="{FF2B5EF4-FFF2-40B4-BE49-F238E27FC236}">
                <a16:creationId xmlns:a16="http://schemas.microsoft.com/office/drawing/2014/main" id="{00ED6FC8-4C38-BA0B-F084-F519E30FE1DD}"/>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Server sends a copy of its SSL certificate, including server public key.</a:t>
            </a:r>
          </a:p>
          <a:p>
            <a:r>
              <a:rPr lang="en-US" dirty="0">
                <a:latin typeface="Times New Roman" panose="02020603050405020304" pitchFamily="18" charset="0"/>
                <a:cs typeface="Times New Roman" panose="02020603050405020304" pitchFamily="18" charset="0"/>
              </a:rPr>
              <a:t>Client checks  that the certificate is trusted by using digital signature.</a:t>
            </a:r>
          </a:p>
          <a:p>
            <a:r>
              <a:rPr lang="en-US" dirty="0">
                <a:latin typeface="Times New Roman" panose="02020603050405020304" pitchFamily="18" charset="0"/>
                <a:cs typeface="Times New Roman" panose="02020603050405020304" pitchFamily="18" charset="0"/>
              </a:rPr>
              <a:t>To sign a document the signer first need to hash it, then hash value is encrypted using the signer’s private key.</a:t>
            </a:r>
          </a:p>
          <a:p>
            <a:r>
              <a:rPr lang="en-IN" b="0" i="0" dirty="0">
                <a:solidFill>
                  <a:schemeClr val="tx1"/>
                </a:solidFill>
                <a:effectLst/>
                <a:latin typeface="Times New Roman" panose="02020603050405020304" pitchFamily="18" charset="0"/>
                <a:cs typeface="Times New Roman" panose="02020603050405020304" pitchFamily="18" charset="0"/>
              </a:rPr>
              <a:t> Hashing is a key way you can ensure important data, including passwords, isn't stolen by someone with the means to do you harm.</a:t>
            </a:r>
          </a:p>
          <a:p>
            <a:r>
              <a:rPr lang="en-IN" dirty="0">
                <a:solidFill>
                  <a:schemeClr val="tx1"/>
                </a:solidFill>
                <a:latin typeface="Times New Roman" panose="02020603050405020304" pitchFamily="18" charset="0"/>
                <a:cs typeface="Times New Roman" panose="02020603050405020304" pitchFamily="18" charset="0"/>
              </a:rPr>
              <a:t>Mostly used hash algorithms are MD-5,SHA-256,</a:t>
            </a:r>
            <a:r>
              <a:rPr lang="en-US" b="1" i="0" dirty="0">
                <a:solidFill>
                  <a:srgbClr val="00297A"/>
                </a:solidFill>
                <a:effectLst/>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RIPEMD-160.</a:t>
            </a:r>
          </a:p>
          <a:p>
            <a:pPr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Mostly used signature algorithms are:</a:t>
            </a:r>
          </a:p>
          <a:p>
            <a:pPr algn="l">
              <a:buFont typeface="Arial" panose="020B0604020202020204" pitchFamily="34" charset="0"/>
              <a:buChar char="•"/>
            </a:pPr>
            <a:r>
              <a:rPr lang="en-US" sz="3000" b="0" i="0" dirty="0">
                <a:solidFill>
                  <a:srgbClr val="202124"/>
                </a:solidFill>
                <a:effectLst/>
                <a:latin typeface="Times New Roman" panose="02020603050405020304" pitchFamily="18" charset="0"/>
                <a:cs typeface="Times New Roman" panose="02020603050405020304" pitchFamily="18" charset="0"/>
              </a:rPr>
              <a:t>md5WithRSAEncryption.</a:t>
            </a:r>
          </a:p>
          <a:p>
            <a:pPr algn="l">
              <a:buFont typeface="Arial" panose="020B0604020202020204" pitchFamily="34" charset="0"/>
              <a:buChar char="•"/>
            </a:pPr>
            <a:r>
              <a:rPr lang="en-US" sz="3000" b="0" i="0" dirty="0">
                <a:solidFill>
                  <a:srgbClr val="202124"/>
                </a:solidFill>
                <a:effectLst/>
                <a:latin typeface="Times New Roman" panose="02020603050405020304" pitchFamily="18" charset="0"/>
                <a:cs typeface="Times New Roman" panose="02020603050405020304" pitchFamily="18" charset="0"/>
              </a:rPr>
              <a:t>sha1WithRSAEncryption.</a:t>
            </a:r>
          </a:p>
          <a:p>
            <a:pPr algn="l">
              <a:buFont typeface="Arial" panose="020B0604020202020204" pitchFamily="34" charset="0"/>
              <a:buChar char="•"/>
            </a:pPr>
            <a:r>
              <a:rPr lang="en-US" sz="3000" b="0" i="0" dirty="0">
                <a:solidFill>
                  <a:srgbClr val="202124"/>
                </a:solidFill>
                <a:effectLst/>
                <a:latin typeface="Times New Roman" panose="02020603050405020304" pitchFamily="18" charset="0"/>
                <a:cs typeface="Times New Roman" panose="02020603050405020304" pitchFamily="18" charset="0"/>
              </a:rPr>
              <a:t>sha224WithRSAEncryption.</a:t>
            </a:r>
          </a:p>
          <a:p>
            <a:pPr algn="l">
              <a:buFont typeface="Arial" panose="020B0604020202020204" pitchFamily="34" charset="0"/>
              <a:buChar char="•"/>
            </a:pPr>
            <a:r>
              <a:rPr lang="en-US" sz="3000" b="0" i="0" dirty="0">
                <a:solidFill>
                  <a:srgbClr val="202124"/>
                </a:solidFill>
                <a:effectLst/>
                <a:latin typeface="Times New Roman" panose="02020603050405020304" pitchFamily="18" charset="0"/>
                <a:cs typeface="Times New Roman" panose="02020603050405020304" pitchFamily="18" charset="0"/>
              </a:rPr>
              <a:t>sha256WithRSAEncryption.</a:t>
            </a:r>
          </a:p>
          <a:p>
            <a:br>
              <a:rPr lang="en-US" sz="3000" dirty="0">
                <a:latin typeface="Times New Roman" panose="02020603050405020304" pitchFamily="18" charset="0"/>
                <a:cs typeface="Times New Roman" panose="02020603050405020304" pitchFamily="18" charset="0"/>
              </a:rPr>
            </a:b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839000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06FB1-BCBE-4D87-0F9A-1164D4121656}"/>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Verify the digital signature:</a:t>
            </a:r>
          </a:p>
        </p:txBody>
      </p:sp>
      <p:pic>
        <p:nvPicPr>
          <p:cNvPr id="4" name="Content Placeholder 3" descr="Diagram&#10;&#10;Description automatically generated">
            <a:extLst>
              <a:ext uri="{FF2B5EF4-FFF2-40B4-BE49-F238E27FC236}">
                <a16:creationId xmlns:a16="http://schemas.microsoft.com/office/drawing/2014/main" id="{CDF55FF1-EDBC-6957-030D-CB96B69747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5556" y="1304647"/>
            <a:ext cx="9119287" cy="6364253"/>
          </a:xfrm>
          <a:prstGeom prst="rect">
            <a:avLst/>
          </a:prstGeom>
        </p:spPr>
      </p:pic>
    </p:spTree>
    <p:extLst>
      <p:ext uri="{BB962C8B-B14F-4D97-AF65-F5344CB8AC3E}">
        <p14:creationId xmlns:p14="http://schemas.microsoft.com/office/powerpoint/2010/main" val="151547834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B788-10ED-FE5C-EDC3-32C198B386A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Conti………</a:t>
            </a:r>
          </a:p>
        </p:txBody>
      </p:sp>
      <p:sp>
        <p:nvSpPr>
          <p:cNvPr id="3" name="Content Placeholder 2">
            <a:extLst>
              <a:ext uri="{FF2B5EF4-FFF2-40B4-BE49-F238E27FC236}">
                <a16:creationId xmlns:a16="http://schemas.microsoft.com/office/drawing/2014/main" id="{7A1D2DF9-F4FB-FF5B-8D49-FDEDE100C361}"/>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First  detach the signature from the document, and decrypt with signer’s public key to get hash value.</a:t>
            </a:r>
          </a:p>
          <a:p>
            <a:r>
              <a:rPr lang="en-IN" dirty="0">
                <a:latin typeface="Times New Roman" panose="02020603050405020304" pitchFamily="18" charset="0"/>
                <a:cs typeface="Times New Roman" panose="02020603050405020304" pitchFamily="18" charset="0"/>
              </a:rPr>
              <a:t>Then the hash the document with same hash algorithm used in the signed process, now result is another hash value.</a:t>
            </a:r>
          </a:p>
          <a:p>
            <a:r>
              <a:rPr lang="en-IN" dirty="0">
                <a:latin typeface="Times New Roman" panose="02020603050405020304" pitchFamily="18" charset="0"/>
                <a:cs typeface="Times New Roman" panose="02020603050405020304" pitchFamily="18" charset="0"/>
              </a:rPr>
              <a:t>Now compare two hash values if there is same the signature is valid.</a:t>
            </a:r>
          </a:p>
          <a:p>
            <a:r>
              <a:rPr lang="en-IN" dirty="0">
                <a:latin typeface="Times New Roman" panose="02020603050405020304" pitchFamily="18" charset="0"/>
                <a:cs typeface="Times New Roman" panose="02020603050405020304" pitchFamily="18" charset="0"/>
              </a:rPr>
              <a:t>If the hash values are not same then client thought that the data is altered by third party.</a:t>
            </a:r>
          </a:p>
          <a:p>
            <a:r>
              <a:rPr lang="en-IN" dirty="0">
                <a:latin typeface="Times New Roman" panose="02020603050405020304" pitchFamily="18" charset="0"/>
                <a:cs typeface="Times New Roman" panose="02020603050405020304" pitchFamily="18" charset="0"/>
              </a:rPr>
              <a:t>If the hash values are same then it continue with next step in handshake process.</a:t>
            </a:r>
          </a:p>
        </p:txBody>
      </p:sp>
    </p:spTree>
    <p:extLst>
      <p:ext uri="{BB962C8B-B14F-4D97-AF65-F5344CB8AC3E}">
        <p14:creationId xmlns:p14="http://schemas.microsoft.com/office/powerpoint/2010/main" val="338327403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0950-362A-A0F4-A96E-E30698C52F9D}"/>
              </a:ext>
            </a:extLst>
          </p:cNvPr>
          <p:cNvSpPr>
            <a:spLocks noGrp="1"/>
          </p:cNvSpPr>
          <p:nvPr>
            <p:ph type="title"/>
          </p:nvPr>
        </p:nvSpPr>
        <p:spPr/>
        <p:txBody>
          <a:bodyPr>
            <a:normAutofit fontScale="90000"/>
          </a:bodyPr>
          <a:lstStyle/>
          <a:p>
            <a:r>
              <a:rPr lang="en-US" dirty="0"/>
              <a:t>Handshake process:</a:t>
            </a:r>
          </a:p>
        </p:txBody>
      </p:sp>
      <p:pic>
        <p:nvPicPr>
          <p:cNvPr id="1026" name="Picture 2">
            <a:extLst>
              <a:ext uri="{FF2B5EF4-FFF2-40B4-BE49-F238E27FC236}">
                <a16:creationId xmlns:a16="http://schemas.microsoft.com/office/drawing/2014/main" id="{877D2C1C-3E0B-DA61-870E-94FD83C791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0141" y="1225550"/>
            <a:ext cx="9045145" cy="6592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28706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6C8D-88C5-11BD-A8BD-CAF0D9C45FCA}"/>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886EB999-4D8A-1E3D-D455-C7BA40871577}"/>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Now client has server public key and  it creates one session key and encrypt that session key by using server public key and sends to server .</a:t>
            </a:r>
          </a:p>
          <a:p>
            <a:r>
              <a:rPr lang="en-IN" dirty="0">
                <a:latin typeface="Times New Roman" panose="02020603050405020304" pitchFamily="18" charset="0"/>
                <a:cs typeface="Times New Roman" panose="02020603050405020304" pitchFamily="18" charset="0"/>
              </a:rPr>
              <a:t> Server by using private key decrypts the session key .</a:t>
            </a:r>
          </a:p>
          <a:p>
            <a:r>
              <a:rPr lang="en-IN" dirty="0">
                <a:latin typeface="Times New Roman" panose="02020603050405020304" pitchFamily="18" charset="0"/>
                <a:cs typeface="Times New Roman" panose="02020603050405020304" pitchFamily="18" charset="0"/>
              </a:rPr>
              <a:t>Now both have session key and they can securely communicate with each other.</a:t>
            </a:r>
            <a:endParaRPr lang="en-US" dirty="0"/>
          </a:p>
        </p:txBody>
      </p:sp>
    </p:spTree>
    <p:extLst>
      <p:ext uri="{BB962C8B-B14F-4D97-AF65-F5344CB8AC3E}">
        <p14:creationId xmlns:p14="http://schemas.microsoft.com/office/powerpoint/2010/main" val="268512206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a:xfrm>
            <a:off x="256784" y="897397"/>
            <a:ext cx="13616955" cy="657037"/>
          </a:xfrm>
        </p:spPr>
        <p:txBody>
          <a:bodyPr>
            <a:normAutofit fontScale="90000"/>
          </a:bodyPr>
          <a:lstStyle/>
          <a:p>
            <a:r>
              <a:rPr lang="en-IN" b="1" i="0" dirty="0">
                <a:solidFill>
                  <a:srgbClr val="0070AD"/>
                </a:solidFill>
                <a:effectLst/>
                <a:latin typeface="Times New Roman" panose="02020603050405020304" pitchFamily="18" charset="0"/>
                <a:cs typeface="Times New Roman" panose="02020603050405020304" pitchFamily="18" charset="0"/>
              </a:rPr>
              <a:t>Symmetric Encryption</a:t>
            </a:r>
            <a:br>
              <a:rPr lang="en-IN" b="1" i="0" dirty="0">
                <a:solidFill>
                  <a:srgbClr val="285483"/>
                </a:solidFill>
                <a:effectLst/>
                <a:latin typeface="Conv_segoeui_regular"/>
              </a:rPr>
            </a:br>
            <a:br>
              <a:rPr lang="en-IN" b="1" i="0" dirty="0">
                <a:solidFill>
                  <a:srgbClr val="285483"/>
                </a:solidFill>
                <a:effectLst/>
                <a:latin typeface="Conv_segoeui_regular"/>
              </a:rPr>
            </a:br>
            <a:endParaRPr lang="en-US" dirty="0"/>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normAutofit/>
          </a:bodyPr>
          <a:lstStyle/>
          <a:p>
            <a:pPr marL="0" indent="0">
              <a:buNone/>
            </a:pPr>
            <a:endParaRPr lang="en-IN" b="1" i="0" dirty="0">
              <a:solidFill>
                <a:schemeClr val="tx1"/>
              </a:solidFill>
              <a:effectLst/>
              <a:latin typeface="Times New Roman" panose="02020603050405020304" pitchFamily="18" charset="0"/>
              <a:cs typeface="Times New Roman" panose="02020603050405020304" pitchFamily="18" charset="0"/>
            </a:endParaRPr>
          </a:p>
          <a:p>
            <a:pPr marL="0" indent="0">
              <a:buNone/>
            </a:pPr>
            <a:r>
              <a:rPr lang="en-IN" b="1" i="0" dirty="0">
                <a:solidFill>
                  <a:schemeClr val="tx1"/>
                </a:solidFill>
                <a:effectLst/>
                <a:latin typeface="Times New Roman" panose="02020603050405020304" pitchFamily="18" charset="0"/>
                <a:cs typeface="Times New Roman" panose="02020603050405020304" pitchFamily="18" charset="0"/>
              </a:rPr>
              <a:t>What is Symmetric Encryption ?</a:t>
            </a:r>
          </a:p>
          <a:p>
            <a:pPr marL="0" indent="0">
              <a:buNone/>
            </a:pPr>
            <a:endParaRPr lang="en-IN" b="1" i="0" dirty="0">
              <a:solidFill>
                <a:schemeClr val="tx1"/>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Symmetric Encryption </a:t>
            </a:r>
            <a:r>
              <a:rPr lang="en-US" b="0" i="0" dirty="0">
                <a:solidFill>
                  <a:srgbClr val="050000"/>
                </a:solidFill>
                <a:effectLst/>
                <a:latin typeface="Times New Roman" panose="02020603050405020304" pitchFamily="18" charset="0"/>
                <a:cs typeface="Times New Roman" panose="02020603050405020304" pitchFamily="18" charset="0"/>
              </a:rPr>
              <a:t>is a type of encryption where only one key (</a:t>
            </a:r>
            <a:r>
              <a:rPr lang="en-US" dirty="0">
                <a:solidFill>
                  <a:srgbClr val="050000"/>
                </a:solidFill>
                <a:latin typeface="Times New Roman" panose="02020603050405020304" pitchFamily="18" charset="0"/>
                <a:cs typeface="Times New Roman" panose="02020603050405020304" pitchFamily="18" charset="0"/>
              </a:rPr>
              <a:t>p</a:t>
            </a:r>
            <a:r>
              <a:rPr lang="en-US" b="0" i="0" dirty="0">
                <a:solidFill>
                  <a:srgbClr val="050000"/>
                </a:solidFill>
                <a:effectLst/>
                <a:latin typeface="Times New Roman" panose="02020603050405020304" pitchFamily="18" charset="0"/>
                <a:cs typeface="Times New Roman" panose="02020603050405020304" pitchFamily="18" charset="0"/>
              </a:rPr>
              <a:t>ublic key) is used to both encryption and decryption </a:t>
            </a:r>
            <a:r>
              <a:rPr lang="en-US" dirty="0">
                <a:solidFill>
                  <a:srgbClr val="050000"/>
                </a:solidFill>
                <a:latin typeface="Times New Roman" panose="02020603050405020304" pitchFamily="18" charset="0"/>
                <a:cs typeface="Times New Roman" panose="02020603050405020304" pitchFamily="18" charset="0"/>
              </a:rPr>
              <a:t>of  the </a:t>
            </a:r>
            <a:r>
              <a:rPr lang="en-US" b="0" i="0" dirty="0">
                <a:solidFill>
                  <a:srgbClr val="050000"/>
                </a:solidFill>
                <a:effectLst/>
                <a:latin typeface="Times New Roman" panose="02020603050405020304" pitchFamily="18" charset="0"/>
                <a:cs typeface="Times New Roman" panose="02020603050405020304" pitchFamily="18" charset="0"/>
              </a:rPr>
              <a:t>data. </a:t>
            </a:r>
          </a:p>
          <a:p>
            <a:pPr>
              <a:buFont typeface="Wingdings" panose="05000000000000000000" pitchFamily="2" charset="2"/>
              <a:buChar char="Ø"/>
            </a:pPr>
            <a:r>
              <a:rPr lang="en-US" b="0" i="0" dirty="0">
                <a:solidFill>
                  <a:srgbClr val="050000"/>
                </a:solidFill>
                <a:effectLst/>
                <a:latin typeface="Times New Roman" panose="02020603050405020304" pitchFamily="18" charset="0"/>
                <a:cs typeface="Times New Roman" panose="02020603050405020304" pitchFamily="18" charset="0"/>
              </a:rPr>
              <a:t>The entities communicating via symmetric encryption must exchange the key so that it can be used in the decryption process. </a:t>
            </a:r>
          </a:p>
          <a:p>
            <a:pPr>
              <a:buFont typeface="Wingdings" panose="05000000000000000000" pitchFamily="2" charset="2"/>
              <a:buChar char="Ø"/>
            </a:pPr>
            <a:r>
              <a:rPr lang="en-US" dirty="0">
                <a:solidFill>
                  <a:srgbClr val="050000"/>
                </a:solidFill>
                <a:latin typeface="Times New Roman" panose="02020603050405020304" pitchFamily="18" charset="0"/>
                <a:cs typeface="Times New Roman" panose="02020603050405020304" pitchFamily="18" charset="0"/>
              </a:rPr>
              <a:t>In other terms, Data is encrypted and decrypted using the same key called as public key or secret key.</a:t>
            </a:r>
          </a:p>
          <a:p>
            <a:pPr>
              <a:buFont typeface="Wingdings" panose="05000000000000000000" pitchFamily="2" charset="2"/>
              <a:buChar char="Ø"/>
            </a:pPr>
            <a:r>
              <a:rPr lang="en-US" b="0" i="0" dirty="0">
                <a:solidFill>
                  <a:srgbClr val="050000"/>
                </a:solidFill>
                <a:effectLst/>
                <a:latin typeface="Times New Roman" panose="02020603050405020304" pitchFamily="18" charset="0"/>
                <a:cs typeface="Times New Roman" panose="02020603050405020304" pitchFamily="18" charset="0"/>
              </a:rPr>
              <a:t>Symmetric key </a:t>
            </a:r>
            <a:r>
              <a:rPr lang="en-US" dirty="0">
                <a:solidFill>
                  <a:srgbClr val="050000"/>
                </a:solidFill>
                <a:latin typeface="Times New Roman" panose="02020603050405020304" pitchFamily="18" charset="0"/>
                <a:cs typeface="Times New Roman" panose="02020603050405020304" pitchFamily="18" charset="0"/>
              </a:rPr>
              <a:t>encryption is sometimes called as secret key encryption.</a:t>
            </a:r>
            <a:endParaRPr lang="en-US" b="0" i="0" dirty="0">
              <a:solidFill>
                <a:srgbClr val="05000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b="0" i="0" dirty="0">
              <a:solidFill>
                <a:srgbClr val="050000"/>
              </a:solidFill>
              <a:effectLst/>
              <a:latin typeface="Times New Roman" panose="02020603050405020304" pitchFamily="18" charset="0"/>
              <a:cs typeface="Times New Roman" panose="02020603050405020304" pitchFamily="18" charset="0"/>
            </a:endParaRPr>
          </a:p>
          <a:p>
            <a:pPr marL="0" indent="0">
              <a:buNone/>
            </a:pPr>
            <a:endParaRPr lang="en-US" dirty="0">
              <a:solidFill>
                <a:srgbClr val="050000"/>
              </a:solidFill>
              <a:latin typeface="Times New Roman" panose="02020603050405020304" pitchFamily="18" charset="0"/>
              <a:cs typeface="Times New Roman" panose="02020603050405020304" pitchFamily="18" charset="0"/>
            </a:endParaRPr>
          </a:p>
          <a:p>
            <a:pPr marL="0" indent="0">
              <a:buNone/>
            </a:pPr>
            <a:endParaRPr lang="en-US" dirty="0">
              <a:latin typeface="Abadi" panose="020B0604020104020204" pitchFamily="34" charset="0"/>
            </a:endParaRPr>
          </a:p>
        </p:txBody>
      </p:sp>
    </p:spTree>
    <p:extLst>
      <p:ext uri="{BB962C8B-B14F-4D97-AF65-F5344CB8AC3E}">
        <p14:creationId xmlns:p14="http://schemas.microsoft.com/office/powerpoint/2010/main" val="417897586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8FB1F-C8E2-BFB9-F362-20331B8E4DC3}"/>
              </a:ext>
            </a:extLst>
          </p:cNvPr>
          <p:cNvSpPr>
            <a:spLocks noGrp="1"/>
          </p:cNvSpPr>
          <p:nvPr>
            <p:ph type="title"/>
          </p:nvPr>
        </p:nvSpPr>
        <p:spPr/>
        <p:txBody>
          <a:bodyPr>
            <a:normAutofit fontScale="90000"/>
          </a:bodyPr>
          <a:lstStyle/>
          <a:p>
            <a:r>
              <a:rPr lang="en-IN" dirty="0">
                <a:solidFill>
                  <a:srgbClr val="0070AD"/>
                </a:solidFill>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1500675B-1451-0084-93F2-F4AC8D0787D8}"/>
              </a:ext>
            </a:extLst>
          </p:cNvPr>
          <p:cNvSpPr>
            <a:spLocks noGrp="1"/>
          </p:cNvSpPr>
          <p:nvPr>
            <p:ph idx="1"/>
          </p:nvPr>
        </p:nvSpPr>
        <p:spPr/>
        <p:txBody>
          <a:bodyPr>
            <a:normAutofit/>
          </a:bodyPr>
          <a:lstStyle/>
          <a:p>
            <a:pPr marL="0" indent="0">
              <a:buNone/>
            </a:pPr>
            <a:r>
              <a:rPr lang="en-US" b="1" i="0" dirty="0">
                <a:solidFill>
                  <a:schemeClr val="tx1"/>
                </a:solidFill>
                <a:effectLst/>
                <a:latin typeface="Times New Roman" panose="02020603050405020304" pitchFamily="18" charset="0"/>
                <a:cs typeface="Times New Roman" panose="02020603050405020304" pitchFamily="18" charset="0"/>
              </a:rPr>
              <a:t>How Does Symmetric Encryption Work ?</a:t>
            </a:r>
          </a:p>
          <a:p>
            <a:pPr marL="0" indent="0">
              <a:buNone/>
            </a:pPr>
            <a:endParaRPr lang="en-US" b="1" i="0" dirty="0">
              <a:solidFill>
                <a:schemeClr val="tx1"/>
              </a:solidFill>
              <a:effectLst/>
              <a:latin typeface="Times New Roman" panose="02020603050405020304" pitchFamily="18" charset="0"/>
              <a:cs typeface="Times New Roman" panose="02020603050405020304" pitchFamily="18" charset="0"/>
            </a:endParaRPr>
          </a:p>
          <a:p>
            <a:pPr marL="0" indent="0">
              <a:buNone/>
            </a:pPr>
            <a:endParaRPr lang="en-IN" dirty="0"/>
          </a:p>
        </p:txBody>
      </p:sp>
      <p:pic>
        <p:nvPicPr>
          <p:cNvPr id="4" name="Picture 3" descr="Timeline&#10;&#10;Description automatically generated">
            <a:extLst>
              <a:ext uri="{FF2B5EF4-FFF2-40B4-BE49-F238E27FC236}">
                <a16:creationId xmlns:a16="http://schemas.microsoft.com/office/drawing/2014/main" id="{6C2B7C15-7BA6-9989-6D08-0E74640DB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0608" y="1750894"/>
            <a:ext cx="9476068" cy="5542245"/>
          </a:xfrm>
          <a:prstGeom prst="rect">
            <a:avLst/>
          </a:prstGeom>
        </p:spPr>
      </p:pic>
    </p:spTree>
    <p:extLst>
      <p:ext uri="{BB962C8B-B14F-4D97-AF65-F5344CB8AC3E}">
        <p14:creationId xmlns:p14="http://schemas.microsoft.com/office/powerpoint/2010/main" val="247914891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7517-17CA-F8E0-9230-164209104F03}"/>
              </a:ext>
            </a:extLst>
          </p:cNvPr>
          <p:cNvSpPr>
            <a:spLocks noGrp="1"/>
          </p:cNvSpPr>
          <p:nvPr>
            <p:ph type="title"/>
          </p:nvPr>
        </p:nvSpPr>
        <p:spPr/>
        <p:txBody>
          <a:bodyPr>
            <a:normAutofit fontScale="90000"/>
          </a:bodyPr>
          <a:lstStyle/>
          <a:p>
            <a:r>
              <a:rPr lang="en-IN" dirty="0">
                <a:solidFill>
                  <a:srgbClr val="0070AD"/>
                </a:solidFill>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1C114946-59B5-38B3-0DCB-CF510E566BDD}"/>
              </a:ext>
            </a:extLst>
          </p:cNvPr>
          <p:cNvSpPr>
            <a:spLocks noGrp="1"/>
          </p:cNvSpPr>
          <p:nvPr>
            <p:ph idx="1"/>
          </p:nvPr>
        </p:nvSpPr>
        <p:spPr/>
        <p:txBody>
          <a:bodyPr>
            <a:normAutofit/>
          </a:bodyPr>
          <a:lstStyle/>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Symmetric Encryption Algorithms: -</a:t>
            </a:r>
          </a:p>
          <a:p>
            <a:pPr marL="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Advanced Encryption Standard (AES)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Rivest Cipher (RC4)</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Encryption Standard (DES)</a:t>
            </a:r>
          </a:p>
          <a:p>
            <a:pPr>
              <a:buFont typeface="Wingdings" panose="05000000000000000000" pitchFamily="2" charset="2"/>
              <a:buChar char="Ø"/>
            </a:pPr>
            <a:r>
              <a:rPr lang="en-US" b="0" i="0" dirty="0">
                <a:solidFill>
                  <a:srgbClr val="2E3444"/>
                </a:solidFill>
                <a:effectLst/>
                <a:latin typeface="Times New Roman" panose="02020603050405020304" pitchFamily="18" charset="0"/>
                <a:cs typeface="Times New Roman" panose="02020603050405020304" pitchFamily="18" charset="0"/>
              </a:rPr>
              <a:t>The International Data Encryption Algorithm (IDEA)</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036144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7BF2-22A2-200D-C56E-B7F5E031FE4C}"/>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0A9A3D13-CA9F-B131-8747-859B1E4D8D71}"/>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Merits: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Simpler to implement and </a:t>
            </a:r>
            <a:r>
              <a:rPr lang="en-IN" b="0" i="0" dirty="0">
                <a:solidFill>
                  <a:srgbClr val="333333"/>
                </a:solidFill>
                <a:effectLst/>
                <a:latin typeface="Times New Roman" panose="02020603050405020304" pitchFamily="18" charset="0"/>
                <a:cs typeface="Times New Roman" panose="02020603050405020304" pitchFamily="18" charset="0"/>
              </a:rPr>
              <a:t>less complex.</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73239"/>
                </a:solidFill>
                <a:effectLst/>
                <a:latin typeface="Times New Roman" panose="02020603050405020304" pitchFamily="18" charset="0"/>
                <a:cs typeface="Times New Roman" panose="02020603050405020304" pitchFamily="18" charset="0"/>
              </a:rPr>
              <a:t>The encryption process is very fast.</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73239"/>
                </a:solidFill>
                <a:effectLst/>
                <a:latin typeface="Times New Roman" panose="02020603050405020304" pitchFamily="18" charset="0"/>
                <a:cs typeface="Times New Roman" panose="02020603050405020304" pitchFamily="18" charset="0"/>
              </a:rPr>
              <a:t>It is used when a large amount of data is required to transfer.</a:t>
            </a:r>
          </a:p>
          <a:p>
            <a:pPr marL="0" indent="0">
              <a:buNone/>
            </a:pP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De-Merits: -</a:t>
            </a:r>
          </a:p>
          <a:p>
            <a:pPr>
              <a:buFont typeface="Wingdings" panose="05000000000000000000" pitchFamily="2" charset="2"/>
              <a:buChar char="Ø"/>
            </a:pPr>
            <a:r>
              <a:rPr lang="en-US" b="0" i="0" dirty="0">
                <a:solidFill>
                  <a:srgbClr val="273239"/>
                </a:solidFill>
                <a:effectLst/>
                <a:latin typeface="Times New Roman" panose="02020603050405020304" pitchFamily="18" charset="0"/>
                <a:cs typeface="Times New Roman" panose="02020603050405020304" pitchFamily="18" charset="0"/>
              </a:rPr>
              <a:t>Security is less as only one key is used for both encryption and decryption purpose.</a:t>
            </a:r>
            <a:endParaRPr lang="en-IN" b="1" i="0" dirty="0">
              <a:solidFill>
                <a:srgbClr val="273239"/>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solidFill>
                  <a:srgbClr val="273239"/>
                </a:solidFill>
                <a:latin typeface="Times New Roman" panose="02020603050405020304" pitchFamily="18" charset="0"/>
                <a:cs typeface="Times New Roman" panose="02020603050405020304" pitchFamily="18" charset="0"/>
              </a:rPr>
              <a:t>Easy for hackers to get the key as it is shared in unsecure way.</a:t>
            </a:r>
            <a:endParaRPr lang="en-IN" b="1" dirty="0">
              <a:latin typeface="Times New Roman" panose="02020603050405020304" pitchFamily="18" charset="0"/>
              <a:cs typeface="Times New Roman" panose="02020603050405020304" pitchFamily="18" charset="0"/>
            </a:endParaRPr>
          </a:p>
          <a:p>
            <a:pPr marL="0" indent="0">
              <a:buNone/>
            </a:pPr>
            <a:endParaRPr lang="en-US"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051778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DFAB9-EAB0-8304-F8A5-B347129D54C1}"/>
              </a:ext>
            </a:extLst>
          </p:cNvPr>
          <p:cNvSpPr>
            <a:spLocks noGrp="1"/>
          </p:cNvSpPr>
          <p:nvPr>
            <p:ph type="title"/>
          </p:nvPr>
        </p:nvSpPr>
        <p:spPr/>
        <p:txBody>
          <a:bodyPr>
            <a:normAutofit fontScale="90000"/>
          </a:bodyPr>
          <a:lstStyle/>
          <a:p>
            <a:r>
              <a:rPr lang="en-IN" b="1" dirty="0">
                <a:solidFill>
                  <a:srgbClr val="0070AD"/>
                </a:solidFill>
                <a:latin typeface="Times New Roman" panose="02020603050405020304" pitchFamily="18" charset="0"/>
                <a:cs typeface="Times New Roman" panose="02020603050405020304" pitchFamily="18" charset="0"/>
              </a:rPr>
              <a:t>As</a:t>
            </a:r>
            <a:r>
              <a:rPr lang="en-IN" b="1" i="0" dirty="0">
                <a:solidFill>
                  <a:srgbClr val="0070AD"/>
                </a:solidFill>
                <a:effectLst/>
                <a:latin typeface="Times New Roman" panose="02020603050405020304" pitchFamily="18" charset="0"/>
                <a:cs typeface="Times New Roman" panose="02020603050405020304" pitchFamily="18" charset="0"/>
              </a:rPr>
              <a:t>ymmetric Encryption</a:t>
            </a:r>
            <a:endParaRPr lang="en-IN" dirty="0">
              <a:solidFill>
                <a:srgbClr val="0070AD"/>
              </a:solidFill>
            </a:endParaRPr>
          </a:p>
        </p:txBody>
      </p:sp>
      <p:sp>
        <p:nvSpPr>
          <p:cNvPr id="3" name="Content Placeholder 2">
            <a:extLst>
              <a:ext uri="{FF2B5EF4-FFF2-40B4-BE49-F238E27FC236}">
                <a16:creationId xmlns:a16="http://schemas.microsoft.com/office/drawing/2014/main" id="{8F24D5A0-E2EE-EBCC-C7C9-F8F1D82CA7B1}"/>
              </a:ext>
            </a:extLst>
          </p:cNvPr>
          <p:cNvSpPr>
            <a:spLocks noGrp="1"/>
          </p:cNvSpPr>
          <p:nvPr>
            <p:ph idx="1"/>
          </p:nvPr>
        </p:nvSpPr>
        <p:spPr/>
        <p:txBody>
          <a:bodyPr>
            <a:normAutofit/>
          </a:bodyPr>
          <a:lstStyle/>
          <a:p>
            <a:pPr marL="0" indent="0">
              <a:buNone/>
            </a:pPr>
            <a:endParaRPr lang="en-IN" b="1" i="0" dirty="0">
              <a:solidFill>
                <a:schemeClr val="tx1"/>
              </a:solidFill>
              <a:effectLst/>
              <a:latin typeface="Times New Roman" panose="02020603050405020304" pitchFamily="18" charset="0"/>
              <a:cs typeface="Times New Roman" panose="02020603050405020304" pitchFamily="18" charset="0"/>
            </a:endParaRPr>
          </a:p>
          <a:p>
            <a:pPr marL="0" indent="0">
              <a:buNone/>
            </a:pPr>
            <a:r>
              <a:rPr lang="en-IN" b="1" i="0" dirty="0">
                <a:solidFill>
                  <a:schemeClr val="tx1"/>
                </a:solidFill>
                <a:effectLst/>
                <a:latin typeface="Times New Roman" panose="02020603050405020304" pitchFamily="18" charset="0"/>
                <a:cs typeface="Times New Roman" panose="02020603050405020304" pitchFamily="18" charset="0"/>
              </a:rPr>
              <a:t>What is Asymmetric Encryption ?</a:t>
            </a: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333333"/>
                </a:solidFill>
                <a:effectLst/>
                <a:latin typeface="Times New Roman" panose="02020603050405020304" pitchFamily="18" charset="0"/>
                <a:cs typeface="Times New Roman" panose="02020603050405020304" pitchFamily="18" charset="0"/>
              </a:rPr>
              <a:t>Asymmetric encryption uses two keys for encryption and decryption. It is based on the technique of public and private keys. </a:t>
            </a:r>
          </a:p>
          <a:p>
            <a:pPr>
              <a:buFont typeface="Wingdings" panose="05000000000000000000" pitchFamily="2" charset="2"/>
              <a:buChar char="Ø"/>
            </a:pPr>
            <a:r>
              <a:rPr lang="en-US" b="0" i="0" dirty="0">
                <a:solidFill>
                  <a:srgbClr val="333333"/>
                </a:solidFill>
                <a:effectLst/>
                <a:latin typeface="Times New Roman" panose="02020603050405020304" pitchFamily="18" charset="0"/>
                <a:cs typeface="Times New Roman" panose="02020603050405020304" pitchFamily="18" charset="0"/>
              </a:rPr>
              <a:t>Data encrypted using a public key.</a:t>
            </a:r>
          </a:p>
          <a:p>
            <a:pPr>
              <a:buFont typeface="Wingdings" panose="05000000000000000000" pitchFamily="2" charset="2"/>
              <a:buChar char="Ø"/>
            </a:pPr>
            <a:r>
              <a:rPr lang="en-US" b="0" i="0" dirty="0">
                <a:solidFill>
                  <a:srgbClr val="333333"/>
                </a:solidFill>
                <a:effectLst/>
                <a:latin typeface="Times New Roman" panose="02020603050405020304" pitchFamily="18" charset="0"/>
                <a:cs typeface="Times New Roman" panose="02020603050405020304" pitchFamily="18" charset="0"/>
              </a:rPr>
              <a:t>Data is decrypted by using a private key.</a:t>
            </a:r>
          </a:p>
          <a:p>
            <a:pPr>
              <a:buFont typeface="Wingdings" panose="05000000000000000000" pitchFamily="2" charset="2"/>
              <a:buChar char="Ø"/>
            </a:pPr>
            <a:r>
              <a:rPr lang="en-US" b="0" i="0" dirty="0">
                <a:solidFill>
                  <a:srgbClr val="333333"/>
                </a:solidFill>
                <a:effectLst/>
                <a:latin typeface="Times New Roman" panose="02020603050405020304" pitchFamily="18" charset="0"/>
                <a:cs typeface="Times New Roman" panose="02020603050405020304" pitchFamily="18" charset="0"/>
              </a:rPr>
              <a:t>The public key used in this encryption technique is available to everyone, but the private key used in it is not disclosed.</a:t>
            </a:r>
          </a:p>
          <a:p>
            <a:pPr>
              <a:buFont typeface="Wingdings" panose="05000000000000000000" pitchFamily="2" charset="2"/>
              <a:buChar char="Ø"/>
            </a:pPr>
            <a:r>
              <a:rPr lang="en-US" b="0" i="0" dirty="0">
                <a:solidFill>
                  <a:srgbClr val="3A3A3A"/>
                </a:solidFill>
                <a:effectLst/>
                <a:latin typeface="Times New Roman" panose="02020603050405020304" pitchFamily="18" charset="0"/>
                <a:cs typeface="Times New Roman" panose="02020603050405020304" pitchFamily="18" charset="0"/>
              </a:rPr>
              <a:t>Only the owner of the private key can decrypt the data sent to them.</a:t>
            </a:r>
          </a:p>
          <a:p>
            <a:pPr marL="0" indent="0">
              <a:buNone/>
            </a:pPr>
            <a:endParaRPr lang="en-IN" b="1" i="0" dirty="0">
              <a:solidFill>
                <a:schemeClr val="tx1"/>
              </a:solidFill>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728638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AF3E-05DA-7CDD-CCFA-A16FA0D9FABA}"/>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3A63C38C-AA86-3D14-C447-53A3B9ABA76D}"/>
              </a:ext>
            </a:extLst>
          </p:cNvPr>
          <p:cNvSpPr>
            <a:spLocks noGrp="1"/>
          </p:cNvSpPr>
          <p:nvPr>
            <p:ph idx="1"/>
          </p:nvPr>
        </p:nvSpPr>
        <p:spPr/>
        <p:txBody>
          <a:bodyPr/>
          <a:lstStyle/>
          <a:p>
            <a:pPr marL="0" indent="0">
              <a:buNone/>
            </a:pPr>
            <a:endParaRPr lang="en-US" sz="3200" b="1" i="0" dirty="0">
              <a:solidFill>
                <a:schemeClr val="tx1"/>
              </a:solidFill>
              <a:effectLst/>
              <a:latin typeface="Times New Roman" panose="02020603050405020304" pitchFamily="18" charset="0"/>
              <a:cs typeface="Times New Roman" panose="02020603050405020304" pitchFamily="18" charset="0"/>
            </a:endParaRPr>
          </a:p>
          <a:p>
            <a:pPr marL="0" indent="0">
              <a:buNone/>
            </a:pPr>
            <a:r>
              <a:rPr lang="en-US" sz="3200" b="1" i="0" dirty="0">
                <a:solidFill>
                  <a:schemeClr val="tx1"/>
                </a:solidFill>
                <a:effectLst/>
                <a:latin typeface="Times New Roman" panose="02020603050405020304" pitchFamily="18" charset="0"/>
                <a:cs typeface="Times New Roman" panose="02020603050405020304" pitchFamily="18" charset="0"/>
              </a:rPr>
              <a:t>How Does Asymmetric Encryption Work ?</a:t>
            </a:r>
          </a:p>
          <a:p>
            <a:pPr marL="0" indent="0">
              <a:buNone/>
            </a:pPr>
            <a:endParaRPr lang="en-IN" dirty="0"/>
          </a:p>
        </p:txBody>
      </p:sp>
      <p:pic>
        <p:nvPicPr>
          <p:cNvPr id="5" name="Picture 4" descr="Diagram&#10;&#10;Description automatically generated">
            <a:extLst>
              <a:ext uri="{FF2B5EF4-FFF2-40B4-BE49-F238E27FC236}">
                <a16:creationId xmlns:a16="http://schemas.microsoft.com/office/drawing/2014/main" id="{AEBCBF78-35E2-B31C-0302-029A44AB4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627" y="2469723"/>
            <a:ext cx="10983858" cy="4896533"/>
          </a:xfrm>
          <a:prstGeom prst="rect">
            <a:avLst/>
          </a:prstGeom>
        </p:spPr>
      </p:pic>
    </p:spTree>
    <p:extLst>
      <p:ext uri="{BB962C8B-B14F-4D97-AF65-F5344CB8AC3E}">
        <p14:creationId xmlns:p14="http://schemas.microsoft.com/office/powerpoint/2010/main" val="136475777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C4BD-DA42-EE28-4981-0F28FA98E0BC}"/>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C4A4D6A2-5CDE-5399-6EF5-86DC80F95D00}"/>
              </a:ext>
            </a:extLst>
          </p:cNvPr>
          <p:cNvSpPr>
            <a:spLocks noGrp="1"/>
          </p:cNvSpPr>
          <p:nvPr>
            <p:ph idx="1"/>
          </p:nvPr>
        </p:nvSpPr>
        <p:spPr/>
        <p:txBody>
          <a:bodyPr/>
          <a:lstStyle/>
          <a:p>
            <a:pPr marL="0" indent="0">
              <a:buNone/>
            </a:pPr>
            <a:endParaRPr lang="en-IN" dirty="0"/>
          </a:p>
          <a:p>
            <a:pPr marL="0" indent="0">
              <a:buNone/>
            </a:pPr>
            <a:r>
              <a:rPr lang="en-IN" b="1" dirty="0">
                <a:latin typeface="Times New Roman" panose="02020603050405020304" pitchFamily="18" charset="0"/>
                <a:cs typeface="Times New Roman" panose="02020603050405020304" pitchFamily="18" charset="0"/>
              </a:rPr>
              <a:t>As</a:t>
            </a:r>
            <a:r>
              <a:rPr lang="en-IN" sz="3200" b="1" dirty="0">
                <a:latin typeface="Times New Roman" panose="02020603050405020304" pitchFamily="18" charset="0"/>
                <a:cs typeface="Times New Roman" panose="02020603050405020304" pitchFamily="18" charset="0"/>
              </a:rPr>
              <a:t>ymmetric Encryption Algorithms: -</a:t>
            </a:r>
          </a:p>
          <a:p>
            <a:pPr marL="0" indent="0">
              <a:buNone/>
            </a:pPr>
            <a:endParaRPr lang="en-IN"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Digital Signature Algorithm (DSA)</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Rivest-Shamir-Adleman (RSA)</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Diffie-Hellman</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Pretty Good Privacy (PGP)</a:t>
            </a:r>
          </a:p>
          <a:p>
            <a:pPr>
              <a:buFont typeface="Wingdings" panose="05000000000000000000" pitchFamily="2" charset="2"/>
              <a:buChar char="Ø"/>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3027664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3BF0D-EED1-895C-CF0A-43E27B96F1DF}"/>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6984AD2A-FF93-E8DB-5188-0FAC16C8ACBC}"/>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Merits: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More secure than </a:t>
            </a:r>
            <a:r>
              <a:rPr lang="en-US" dirty="0">
                <a:latin typeface="Times New Roman" panose="02020603050405020304" pitchFamily="18" charset="0"/>
                <a:cs typeface="Times New Roman" panose="02020603050405020304" pitchFamily="18" charset="0"/>
              </a:rPr>
              <a:t>symmetric encryption</a:t>
            </a:r>
            <a:r>
              <a:rPr lang="en-IN"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Increases data security.</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Authentication.</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De-Merits: -</a:t>
            </a:r>
          </a:p>
          <a:p>
            <a:pPr algn="l">
              <a:buFont typeface="Wingdings" panose="05000000000000000000" pitchFamily="2" charset="2"/>
              <a:buChar char="Ø"/>
            </a:pPr>
            <a:r>
              <a:rPr lang="en-US" b="0" i="0" dirty="0">
                <a:solidFill>
                  <a:srgbClr val="3A3A3A"/>
                </a:solidFill>
                <a:effectLst/>
                <a:latin typeface="Times New Roman" panose="02020603050405020304" pitchFamily="18" charset="0"/>
                <a:cs typeface="Times New Roman" panose="02020603050405020304" pitchFamily="18" charset="0"/>
              </a:rPr>
              <a:t>Slower than symmetric encryption.</a:t>
            </a:r>
          </a:p>
          <a:p>
            <a:pPr algn="l">
              <a:buFont typeface="Wingdings" panose="05000000000000000000" pitchFamily="2" charset="2"/>
              <a:buChar char="Ø"/>
            </a:pPr>
            <a:r>
              <a:rPr lang="en-US" b="0" i="0" dirty="0">
                <a:solidFill>
                  <a:srgbClr val="3A3A3A"/>
                </a:solidFill>
                <a:effectLst/>
                <a:latin typeface="Times New Roman" panose="02020603050405020304" pitchFamily="18" charset="0"/>
                <a:cs typeface="Times New Roman" panose="02020603050405020304" pitchFamily="18" charset="0"/>
              </a:rPr>
              <a:t>More complicated to implement than symmetric encryption.</a:t>
            </a:r>
          </a:p>
          <a:p>
            <a:pPr algn="l">
              <a:buFont typeface="Wingdings" panose="05000000000000000000" pitchFamily="2" charset="2"/>
              <a:buChar char="Ø"/>
            </a:pPr>
            <a:r>
              <a:rPr lang="en-US" dirty="0">
                <a:solidFill>
                  <a:srgbClr val="333333"/>
                </a:solidFill>
                <a:latin typeface="Times New Roman" panose="02020603050405020304" pitchFamily="18" charset="0"/>
                <a:cs typeface="Times New Roman" panose="02020603050405020304" pitchFamily="18" charset="0"/>
              </a:rPr>
              <a:t>U</a:t>
            </a:r>
            <a:r>
              <a:rPr lang="en-US" b="0" i="0" dirty="0">
                <a:solidFill>
                  <a:srgbClr val="333333"/>
                </a:solidFill>
                <a:effectLst/>
                <a:latin typeface="Times New Roman" panose="02020603050405020304" pitchFamily="18" charset="0"/>
                <a:cs typeface="Times New Roman" panose="02020603050405020304" pitchFamily="18" charset="0"/>
              </a:rPr>
              <a:t>sed only for short messages.</a:t>
            </a:r>
            <a:endParaRPr lang="en-US" b="0" i="0" dirty="0">
              <a:solidFill>
                <a:srgbClr val="3A3A3A"/>
              </a:solidFill>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25318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197D-06A7-0A76-697B-F0958B61057A}"/>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TLS</a:t>
            </a:r>
          </a:p>
        </p:txBody>
      </p:sp>
      <p:sp>
        <p:nvSpPr>
          <p:cNvPr id="3" name="Content Placeholder 2">
            <a:extLst>
              <a:ext uri="{FF2B5EF4-FFF2-40B4-BE49-F238E27FC236}">
                <a16:creationId xmlns:a16="http://schemas.microsoft.com/office/drawing/2014/main" id="{A1B9C229-CDC7-2456-021E-B3D302534E9A}"/>
              </a:ext>
            </a:extLst>
          </p:cNvPr>
          <p:cNvSpPr>
            <a:spLocks noGrp="1"/>
          </p:cNvSpPr>
          <p:nvPr>
            <p:ph idx="1"/>
          </p:nvPr>
        </p:nvSpPr>
        <p:spPr/>
        <p:txBody>
          <a:bodyPr>
            <a:noAutofit/>
          </a:bodyPr>
          <a:lstStyle/>
          <a:p>
            <a:pPr marL="0" indent="0">
              <a:buNone/>
            </a:pPr>
            <a:r>
              <a:rPr lang="en-IN" b="1" dirty="0">
                <a:latin typeface="Times New Roman" panose="02020603050405020304" pitchFamily="18" charset="0"/>
                <a:cs typeface="Times New Roman" panose="02020603050405020304" pitchFamily="18" charset="0"/>
              </a:rPr>
              <a:t>What is TLS ?</a:t>
            </a:r>
            <a:endParaRPr lang="en-IN" dirty="0">
              <a:latin typeface="Times New Roman" panose="02020603050405020304" pitchFamily="18" charset="0"/>
              <a:cs typeface="Times New Roman" panose="02020603050405020304" pitchFamily="18" charset="0"/>
            </a:endParaRPr>
          </a:p>
          <a:p>
            <a:pPr algn="l" fontAlgn="base">
              <a:buFont typeface="Wingdings" panose="05000000000000000000" pitchFamily="2" charset="2"/>
              <a:buChar char="Ø"/>
            </a:pPr>
            <a:r>
              <a:rPr lang="en-US" b="0" i="0" dirty="0">
                <a:solidFill>
                  <a:srgbClr val="050F34"/>
                </a:solidFill>
                <a:effectLst/>
                <a:latin typeface="Times New Roman" panose="02020603050405020304" pitchFamily="18" charset="0"/>
                <a:cs typeface="Times New Roman" panose="02020603050405020304" pitchFamily="18" charset="0"/>
              </a:rPr>
              <a:t>TLS stands for Transport Layer Security. </a:t>
            </a:r>
          </a:p>
          <a:p>
            <a:pPr algn="l" fontAlgn="base">
              <a:buFont typeface="Wingdings" panose="05000000000000000000" pitchFamily="2" charset="2"/>
              <a:buChar char="Ø"/>
            </a:pPr>
            <a:r>
              <a:rPr lang="en-US" b="0" i="0" dirty="0">
                <a:solidFill>
                  <a:srgbClr val="050F34"/>
                </a:solidFill>
                <a:effectLst/>
                <a:latin typeface="Times New Roman" panose="02020603050405020304" pitchFamily="18" charset="0"/>
                <a:cs typeface="Times New Roman" panose="02020603050405020304" pitchFamily="18" charset="0"/>
              </a:rPr>
              <a:t>It is a cryptographic protocol used to secure data sent over a network, like internet traffic. </a:t>
            </a:r>
          </a:p>
          <a:p>
            <a:pPr algn="l" fontAlgn="base">
              <a:buFont typeface="Wingdings" panose="05000000000000000000" pitchFamily="2" charset="2"/>
              <a:buChar char="Ø"/>
            </a:pPr>
            <a:r>
              <a:rPr lang="en-US" b="0" i="0" dirty="0">
                <a:solidFill>
                  <a:srgbClr val="050F34"/>
                </a:solidFill>
                <a:effectLst/>
                <a:latin typeface="Times New Roman" panose="02020603050405020304" pitchFamily="18" charset="0"/>
                <a:cs typeface="Times New Roman" panose="02020603050405020304" pitchFamily="18" charset="0"/>
              </a:rPr>
              <a:t>General use cases include securing email, online transactions, file transfers, and instant messages. </a:t>
            </a:r>
          </a:p>
          <a:p>
            <a:pPr algn="l" fontAlgn="base">
              <a:buFont typeface="Wingdings" panose="05000000000000000000" pitchFamily="2" charset="2"/>
              <a:buChar char="Ø"/>
            </a:pPr>
            <a:r>
              <a:rPr lang="en-US" b="0" i="0" dirty="0">
                <a:solidFill>
                  <a:srgbClr val="050F34"/>
                </a:solidFill>
                <a:effectLst/>
                <a:latin typeface="Times New Roman" panose="02020603050405020304" pitchFamily="18" charset="0"/>
                <a:cs typeface="Times New Roman" panose="02020603050405020304" pitchFamily="18" charset="0"/>
              </a:rPr>
              <a:t>TLS secures the transmission and delivery of data. </a:t>
            </a:r>
          </a:p>
          <a:p>
            <a:pPr algn="l" fontAlgn="base">
              <a:buFont typeface="Wingdings" panose="05000000000000000000" pitchFamily="2" charset="2"/>
              <a:buChar char="Ø"/>
            </a:pPr>
            <a:r>
              <a:rPr lang="en-US" b="0" i="0" dirty="0">
                <a:solidFill>
                  <a:srgbClr val="050F34"/>
                </a:solidFill>
                <a:effectLst/>
                <a:latin typeface="Times New Roman" panose="02020603050405020304" pitchFamily="18" charset="0"/>
                <a:cs typeface="Times New Roman" panose="02020603050405020304" pitchFamily="18" charset="0"/>
              </a:rPr>
              <a:t>It is a security protocol for HTTPS connections and not for insecure HTTP connections.</a:t>
            </a:r>
          </a:p>
          <a:p>
            <a:pPr algn="l" fontAlgn="base">
              <a:buFont typeface="Wingdings" panose="05000000000000000000" pitchFamily="2" charset="2"/>
              <a:buChar char="Ø"/>
            </a:pPr>
            <a:r>
              <a:rPr lang="en-US" b="0" i="0" dirty="0">
                <a:solidFill>
                  <a:schemeClr val="tx1"/>
                </a:solidFill>
                <a:effectLst/>
                <a:latin typeface="Times New Roman" panose="02020603050405020304" pitchFamily="18" charset="0"/>
                <a:cs typeface="Times New Roman" panose="02020603050405020304" pitchFamily="18" charset="0"/>
              </a:rPr>
              <a:t>The main difference between DTSL and TLS is that DTLS uses UDP and TLS uses TCP.</a:t>
            </a:r>
            <a:endParaRPr lang="en-US" b="0" i="0" dirty="0">
              <a:solidFill>
                <a:srgbClr val="050F34"/>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413897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CD1F-7B12-CDC3-82A8-6971D7A0F2B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TLS Handshake</a:t>
            </a:r>
          </a:p>
        </p:txBody>
      </p:sp>
      <p:pic>
        <p:nvPicPr>
          <p:cNvPr id="5" name="Content Placeholder 4" descr="Diagram&#10;&#10;Description automatically generated">
            <a:extLst>
              <a:ext uri="{FF2B5EF4-FFF2-40B4-BE49-F238E27FC236}">
                <a16:creationId xmlns:a16="http://schemas.microsoft.com/office/drawing/2014/main" id="{DB62502A-FA2C-6C98-9018-A4A64C6BA38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05881" y="1297459"/>
            <a:ext cx="8291384" cy="6388444"/>
          </a:xfrm>
        </p:spPr>
      </p:pic>
    </p:spTree>
    <p:extLst>
      <p:ext uri="{BB962C8B-B14F-4D97-AF65-F5344CB8AC3E}">
        <p14:creationId xmlns:p14="http://schemas.microsoft.com/office/powerpoint/2010/main" val="127608909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F73A-9A33-DD45-E4A4-63F167369573}"/>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7D4BFB8C-015A-A799-B952-4FD03B07BB74}"/>
              </a:ext>
            </a:extLst>
          </p:cNvPr>
          <p:cNvSpPr>
            <a:spLocks noGrp="1"/>
          </p:cNvSpPr>
          <p:nvPr>
            <p:ph idx="1"/>
          </p:nvPr>
        </p:nvSpPr>
        <p:spPr/>
        <p:txBody>
          <a:bodyPr/>
          <a:lstStyle/>
          <a:p>
            <a:pPr marL="0" indent="0">
              <a:buNone/>
            </a:pPr>
            <a:endParaRPr lang="en-IN" dirty="0"/>
          </a:p>
          <a:p>
            <a:pPr marL="0" indent="0">
              <a:buNone/>
            </a:pPr>
            <a:r>
              <a:rPr lang="en-IN" sz="2800" b="1" dirty="0">
                <a:latin typeface="Times New Roman" panose="02020603050405020304" pitchFamily="18" charset="0"/>
                <a:cs typeface="Times New Roman" panose="02020603050405020304" pitchFamily="18" charset="0"/>
              </a:rPr>
              <a:t>What is DTLS ?</a:t>
            </a:r>
          </a:p>
          <a:p>
            <a:pPr marL="0" indent="0">
              <a:buNone/>
            </a:pPr>
            <a:endParaRPr lang="en-IN" dirty="0"/>
          </a:p>
          <a:p>
            <a:pPr>
              <a:buFont typeface="Wingdings" panose="05000000000000000000" pitchFamily="2" charset="2"/>
              <a:buChar char="Ø"/>
            </a:pPr>
            <a:r>
              <a:rPr lang="en-US" sz="2800" b="0" i="0" dirty="0">
                <a:solidFill>
                  <a:schemeClr val="tx1"/>
                </a:solidFill>
                <a:effectLst/>
                <a:latin typeface="Times New Roman" panose="02020603050405020304" pitchFamily="18" charset="0"/>
                <a:cs typeface="Times New Roman" panose="02020603050405020304" pitchFamily="18" charset="0"/>
              </a:rPr>
              <a:t>DTLS stands for Datagram Transport Layer Security. It’s a session layer communications protocol designed to protect data privacy. </a:t>
            </a:r>
          </a:p>
          <a:p>
            <a:pPr>
              <a:buFont typeface="Wingdings" panose="05000000000000000000" pitchFamily="2" charset="2"/>
              <a:buChar char="Ø"/>
            </a:pPr>
            <a:r>
              <a:rPr lang="en-US" sz="2800" b="0" i="0" dirty="0">
                <a:solidFill>
                  <a:schemeClr val="tx1"/>
                </a:solidFill>
                <a:effectLst/>
                <a:latin typeface="Times New Roman" panose="02020603050405020304" pitchFamily="18" charset="0"/>
                <a:cs typeface="Times New Roman" panose="02020603050405020304" pitchFamily="18" charset="0"/>
              </a:rPr>
              <a:t>DTLS is based on the Transport Layer Security (TLS) protocol, which provides security to computer-based communications networks. </a:t>
            </a:r>
          </a:p>
          <a:p>
            <a:pPr>
              <a:buFont typeface="Wingdings" panose="05000000000000000000" pitchFamily="2" charset="2"/>
              <a:buChar char="Ø"/>
            </a:pPr>
            <a:r>
              <a:rPr lang="en-US" sz="2800" b="0" i="0" dirty="0">
                <a:solidFill>
                  <a:schemeClr val="tx1"/>
                </a:solidFill>
                <a:effectLst/>
                <a:latin typeface="Times New Roman" panose="02020603050405020304" pitchFamily="18" charset="0"/>
                <a:cs typeface="Times New Roman" panose="02020603050405020304" pitchFamily="18" charset="0"/>
              </a:rPr>
              <a:t>The main difference between DTSL and TLS is that DTLS uses UDP and TLS uses TCP.</a:t>
            </a:r>
          </a:p>
          <a:p>
            <a:pPr>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The reason that TLS can not be use directly in datagram environments is simply that packets may be lost or reordered.</a:t>
            </a:r>
          </a:p>
          <a:p>
            <a:pPr>
              <a:buFont typeface="Wingdings" panose="05000000000000000000" pitchFamily="2" charset="2"/>
              <a:buChar char="Ø"/>
            </a:pPr>
            <a:r>
              <a:rPr lang="en-US" sz="2800" b="0" i="0" dirty="0">
                <a:solidFill>
                  <a:schemeClr val="tx1"/>
                </a:solidFill>
                <a:effectLst/>
                <a:latin typeface="Times New Roman" panose="02020603050405020304" pitchFamily="18" charset="0"/>
                <a:cs typeface="Times New Roman" panose="02020603050405020304" pitchFamily="18" charset="0"/>
              </a:rPr>
              <a:t>DTLS solves the problems of reordering or packet loss by using a retransmission and sequence number in DTLS handshake</a:t>
            </a:r>
            <a:endParaRPr lang="en-US" sz="4400" b="0" i="0" dirty="0">
              <a:solidFill>
                <a:schemeClr val="tx1"/>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dirty="0"/>
          </a:p>
          <a:p>
            <a:pPr marL="0" indent="0">
              <a:buNone/>
            </a:pPr>
            <a:endParaRPr lang="en-IN"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93929771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320DC-242A-FC6E-EC58-D763CBF6AD96}"/>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DTLS</a:t>
            </a:r>
          </a:p>
        </p:txBody>
      </p:sp>
      <p:sp>
        <p:nvSpPr>
          <p:cNvPr id="7" name="Content Placeholder 6">
            <a:extLst>
              <a:ext uri="{FF2B5EF4-FFF2-40B4-BE49-F238E27FC236}">
                <a16:creationId xmlns:a16="http://schemas.microsoft.com/office/drawing/2014/main" id="{72FA2D1D-5FA1-DF8B-FF1E-E29FA596E041}"/>
              </a:ext>
            </a:extLst>
          </p:cNvPr>
          <p:cNvSpPr>
            <a:spLocks noGrp="1"/>
          </p:cNvSpPr>
          <p:nvPr>
            <p:ph idx="1"/>
          </p:nvPr>
        </p:nvSpPr>
        <p:spPr/>
        <p:txBody>
          <a:bodyPr/>
          <a:lstStyle/>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The DTLS Handshake Protocol: -</a:t>
            </a:r>
          </a:p>
          <a:p>
            <a:pPr marL="0" indent="0">
              <a:buNone/>
            </a:pPr>
            <a:r>
              <a:rPr lang="en-US" sz="2800" dirty="0">
                <a:latin typeface="Times New Roman" panose="02020603050405020304" pitchFamily="18" charset="0"/>
                <a:cs typeface="Times New Roman" panose="02020603050405020304" pitchFamily="18" charset="0"/>
              </a:rPr>
              <a:t>DTLS uses all of the same handshake messages and flows as TLS, with three changes:</a:t>
            </a:r>
          </a:p>
          <a:p>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stateless cookie exchange has been added in DTLS to authenticate client.</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DTLS handle message reordering.</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Retransmission timers to handle message loss.</a:t>
            </a:r>
          </a:p>
          <a:p>
            <a:pPr marL="0" indent="0">
              <a:buNone/>
            </a:pPr>
            <a:endParaRPr lang="en-IN" dirty="0"/>
          </a:p>
        </p:txBody>
      </p:sp>
    </p:spTree>
    <p:extLst>
      <p:ext uri="{BB962C8B-B14F-4D97-AF65-F5344CB8AC3E}">
        <p14:creationId xmlns:p14="http://schemas.microsoft.com/office/powerpoint/2010/main" val="218575515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6A708-6E92-1EFC-3A65-8D24859EC3B3}"/>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DTLS Handshake</a:t>
            </a:r>
          </a:p>
        </p:txBody>
      </p:sp>
      <p:pic>
        <p:nvPicPr>
          <p:cNvPr id="6" name="Content Placeholder 5" descr="Table&#10;&#10;Description automatically generated with medium confidence">
            <a:extLst>
              <a:ext uri="{FF2B5EF4-FFF2-40B4-BE49-F238E27FC236}">
                <a16:creationId xmlns:a16="http://schemas.microsoft.com/office/drawing/2014/main" id="{9BAD4A6C-6426-8E03-D445-37A9567B5D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8568" y="1453510"/>
            <a:ext cx="8076081" cy="6373022"/>
          </a:xfrm>
        </p:spPr>
      </p:pic>
    </p:spTree>
    <p:extLst>
      <p:ext uri="{BB962C8B-B14F-4D97-AF65-F5344CB8AC3E}">
        <p14:creationId xmlns:p14="http://schemas.microsoft.com/office/powerpoint/2010/main" val="138504265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7331-9701-54E5-1FC1-73E22E30635F}"/>
              </a:ext>
            </a:extLst>
          </p:cNvPr>
          <p:cNvSpPr>
            <a:spLocks noGrp="1"/>
          </p:cNvSpPr>
          <p:nvPr>
            <p:ph type="title"/>
          </p:nvPr>
        </p:nvSpPr>
        <p:spPr>
          <a:xfrm>
            <a:off x="160165" y="390711"/>
            <a:ext cx="13616955" cy="657037"/>
          </a:xfrm>
        </p:spPr>
        <p:txBody>
          <a:bodyPr anchor="ctr">
            <a:normAutofit/>
          </a:bodyPr>
          <a:lstStyle/>
          <a:p>
            <a:pPr>
              <a:lnSpc>
                <a:spcPct val="90000"/>
              </a:lnSpc>
            </a:pPr>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1694CB92-EC0B-BE55-21D5-6275FC69D6B5}"/>
              </a:ext>
            </a:extLst>
          </p:cNvPr>
          <p:cNvSpPr>
            <a:spLocks noGrp="1"/>
          </p:cNvSpPr>
          <p:nvPr>
            <p:ph sz="half" idx="1"/>
          </p:nvPr>
        </p:nvSpPr>
        <p:spPr>
          <a:xfrm>
            <a:off x="246888" y="1225296"/>
            <a:ext cx="6949440" cy="6583680"/>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How DTLS avoid Packet Loss ?</a:t>
            </a:r>
          </a:p>
          <a:p>
            <a:pPr marL="0" indent="0">
              <a:buNone/>
            </a:pPr>
            <a:endParaRPr lang="en-IN"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DTLS uses a simple retransmission timer to handle packet loss.</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server also maintains a retransmission timer and retransmits when that timer expires.</a:t>
            </a:r>
            <a:endParaRPr lang="en-IN" sz="2800" dirty="0">
              <a:latin typeface="Times New Roman" panose="02020603050405020304" pitchFamily="18" charset="0"/>
              <a:cs typeface="Times New Roman" panose="02020603050405020304" pitchFamily="18" charset="0"/>
            </a:endParaRPr>
          </a:p>
        </p:txBody>
      </p:sp>
      <p:pic>
        <p:nvPicPr>
          <p:cNvPr id="5" name="Picture 4" descr="Text, letter&#10;&#10;Description automatically generated">
            <a:extLst>
              <a:ext uri="{FF2B5EF4-FFF2-40B4-BE49-F238E27FC236}">
                <a16:creationId xmlns:a16="http://schemas.microsoft.com/office/drawing/2014/main" id="{4221EBD4-A585-7F8E-655B-A55EAA27D5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4072" y="2121038"/>
            <a:ext cx="6949440" cy="4341546"/>
          </a:xfrm>
          <a:prstGeom prst="rect">
            <a:avLst/>
          </a:prstGeom>
          <a:noFill/>
        </p:spPr>
      </p:pic>
    </p:spTree>
    <p:extLst>
      <p:ext uri="{BB962C8B-B14F-4D97-AF65-F5344CB8AC3E}">
        <p14:creationId xmlns:p14="http://schemas.microsoft.com/office/powerpoint/2010/main" val="138772305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CE85-013E-BF4D-D51F-6B8BE3798AE0}"/>
              </a:ext>
            </a:extLst>
          </p:cNvPr>
          <p:cNvSpPr>
            <a:spLocks noGrp="1"/>
          </p:cNvSpPr>
          <p:nvPr>
            <p:ph type="title"/>
          </p:nvPr>
        </p:nvSpPr>
        <p:spPr>
          <a:xfrm>
            <a:off x="160165" y="390711"/>
            <a:ext cx="13616955" cy="657037"/>
          </a:xfrm>
        </p:spPr>
        <p:txBody>
          <a:bodyPr anchor="ctr">
            <a:normAutofit/>
          </a:bodyPr>
          <a:lstStyle/>
          <a:p>
            <a:pPr>
              <a:lnSpc>
                <a:spcPct val="90000"/>
              </a:lnSpc>
            </a:pPr>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FFC9C6F2-3F3F-60B8-0292-F5FDCB02198F}"/>
              </a:ext>
            </a:extLst>
          </p:cNvPr>
          <p:cNvSpPr>
            <a:spLocks noGrp="1"/>
          </p:cNvSpPr>
          <p:nvPr>
            <p:ph sz="half" idx="1"/>
          </p:nvPr>
        </p:nvSpPr>
        <p:spPr>
          <a:xfrm>
            <a:off x="246888" y="1225296"/>
            <a:ext cx="6949440" cy="6583680"/>
          </a:xfrm>
        </p:spPr>
        <p:txBody>
          <a:bodyPr>
            <a:normAutofit/>
          </a:bodyPr>
          <a:lstStyle/>
          <a:p>
            <a:pPr marL="0" indent="0">
              <a:buNone/>
            </a:pPr>
            <a:endParaRPr lang="en-IN" b="1" dirty="0"/>
          </a:p>
          <a:p>
            <a:pPr marL="0" indent="0">
              <a:buNone/>
            </a:pPr>
            <a:r>
              <a:rPr lang="en-IN" sz="2800" b="1" dirty="0">
                <a:latin typeface="Times New Roman" panose="02020603050405020304" pitchFamily="18" charset="0"/>
                <a:cs typeface="Times New Roman" panose="02020603050405020304" pitchFamily="18" charset="0"/>
              </a:rPr>
              <a:t>How DTLS avoid</a:t>
            </a:r>
            <a:r>
              <a:rPr lang="en-US" sz="2800" b="1" i="0" dirty="0">
                <a:effectLst/>
                <a:latin typeface="Times New Roman" panose="02020603050405020304" pitchFamily="18" charset="0"/>
                <a:cs typeface="Times New Roman" panose="02020603050405020304" pitchFamily="18" charset="0"/>
              </a:rPr>
              <a:t> reordering </a:t>
            </a:r>
            <a:r>
              <a:rPr lang="en-IN" sz="2800" b="1" dirty="0">
                <a:latin typeface="Times New Roman" panose="02020603050405020304" pitchFamily="18" charset="0"/>
                <a:cs typeface="Times New Roman" panose="02020603050405020304" pitchFamily="18" charset="0"/>
              </a:rPr>
              <a:t>?</a:t>
            </a:r>
          </a:p>
          <a:p>
            <a:pPr marL="0" indent="0">
              <a:buNone/>
            </a:pPr>
            <a:endParaRPr lang="en-IN" sz="2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DTLS, each handshake message is assigned a specific sequence number within that handshake.</a:t>
            </a:r>
          </a:p>
          <a:p>
            <a:pPr>
              <a:buFont typeface="Wingdings" panose="05000000000000000000" pitchFamily="2" charset="2"/>
              <a:buChar char="Ø"/>
            </a:pPr>
            <a:endParaRPr lang="en-IN" b="1" dirty="0"/>
          </a:p>
          <a:p>
            <a:pPr marL="0" indent="0">
              <a:buNone/>
            </a:pPr>
            <a:endParaRPr lang="en-IN" b="1" dirty="0"/>
          </a:p>
          <a:p>
            <a:pPr marL="0" indent="0">
              <a:buNone/>
            </a:pPr>
            <a:endParaRPr lang="en-IN" dirty="0"/>
          </a:p>
        </p:txBody>
      </p:sp>
      <p:pic>
        <p:nvPicPr>
          <p:cNvPr id="6" name="Picture 5" descr="Text, table&#10;&#10;Description automatically generated with medium confidence">
            <a:extLst>
              <a:ext uri="{FF2B5EF4-FFF2-40B4-BE49-F238E27FC236}">
                <a16:creationId xmlns:a16="http://schemas.microsoft.com/office/drawing/2014/main" id="{D04B5BED-CD71-E5D8-29AC-687B6968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6328" y="1890584"/>
            <a:ext cx="7178676" cy="5519256"/>
          </a:xfrm>
          <a:prstGeom prst="rect">
            <a:avLst/>
          </a:prstGeom>
          <a:noFill/>
        </p:spPr>
      </p:pic>
    </p:spTree>
    <p:extLst>
      <p:ext uri="{BB962C8B-B14F-4D97-AF65-F5344CB8AC3E}">
        <p14:creationId xmlns:p14="http://schemas.microsoft.com/office/powerpoint/2010/main" val="32931327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normAutofit/>
          </a:bodyPr>
          <a:lstStyle/>
          <a:p>
            <a:r>
              <a:rPr lang="en-US" b="1" dirty="0">
                <a:effectLst/>
                <a:latin typeface="Times New Roman" panose="02020603050405020304" pitchFamily="18" charset="0"/>
                <a:ea typeface="Calibri" panose="020F0502020204030204" pitchFamily="34" charset="0"/>
                <a:cs typeface="Times New Roman" panose="02020603050405020304" pitchFamily="18" charset="0"/>
              </a:rPr>
              <a:t>Creating CA certificate(Root certificate):</a:t>
            </a:r>
          </a:p>
          <a:p>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dirty="0">
                <a:effectLst/>
                <a:latin typeface="Times New Roman" panose="02020603050405020304" pitchFamily="18" charset="0"/>
                <a:ea typeface="Calibri" panose="020F0502020204030204" pitchFamily="34" charset="0"/>
                <a:cs typeface="Times New Roman" panose="02020603050405020304" pitchFamily="18" charset="0"/>
              </a:rPr>
              <a:t>Generate private key for CA certificate:</a:t>
            </a:r>
          </a:p>
          <a:p>
            <a:pPr lvl="2"/>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Openssl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gensra</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2048 &gt; ca-key.pem</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lvl="2"/>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dirty="0">
                <a:effectLst/>
                <a:latin typeface="Times New Roman" panose="02020603050405020304" pitchFamily="18" charset="0"/>
                <a:ea typeface="Calibri" panose="020F0502020204030204" pitchFamily="34" charset="0"/>
                <a:cs typeface="Times New Roman" panose="02020603050405020304" pitchFamily="18" charset="0"/>
              </a:rPr>
              <a:t>Generate the x509 certificate for CA:</a:t>
            </a:r>
          </a:p>
          <a:p>
            <a:pPr lvl="1"/>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lvl="2"/>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Openssl req –new –x509 –nodes –days 365 –key ca-key.pem  –out ca-cert.pem</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1089025" lvl="2" indent="0">
              <a:buNone/>
            </a:pP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1089025" lvl="2" indent="0">
              <a:buNone/>
            </a:pP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1089025" lvl="2" indent="0">
              <a:buNone/>
            </a:pP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6856493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noAutofit/>
          </a:bodyPr>
          <a:lstStyle/>
          <a:p>
            <a:pPr algn="l"/>
            <a:r>
              <a:rPr lang="en-US" b="1" dirty="0">
                <a:solidFill>
                  <a:schemeClr val="tx1">
                    <a:lumMod val="95000"/>
                    <a:lumOff val="5000"/>
                  </a:schemeClr>
                </a:solidFill>
                <a:effectLst/>
                <a:latin typeface="Times New Roman" panose="02020603050405020304" pitchFamily="18" charset="0"/>
                <a:cs typeface="Times New Roman" panose="02020603050405020304" pitchFamily="18" charset="0"/>
              </a:rPr>
              <a:t>Creating the Server's Certificate and Keys</a:t>
            </a:r>
            <a:endParaRPr lang="en-US"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Generate the private key and certificate request:</a:t>
            </a:r>
          </a:p>
          <a:p>
            <a:pPr lvl="2"/>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Openssl req –newkey rsa:2048 –nodes –days 365 –keyout server-key.pem –out server-req.pem</a:t>
            </a:r>
          </a:p>
          <a:p>
            <a:pPr lvl="2"/>
            <a:endPar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Generate the X509 certificate for the server:</a:t>
            </a:r>
          </a:p>
          <a:p>
            <a:pPr lvl="2"/>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Openssl x509 req –days 365  -set-serial 01 –in server-req.pem –out server-cert.pem –ca ca-cert.pem –CAkey ca-key.pem</a:t>
            </a:r>
          </a:p>
          <a:p>
            <a:pPr lvl="2"/>
            <a:endPar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lvl="1"/>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Verify the server certificate</a:t>
            </a:r>
          </a:p>
          <a:p>
            <a:pPr lvl="2"/>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Openssl verify –</a:t>
            </a:r>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CA file ca-cert.pem ca-cert.pem server-cert</a:t>
            </a:r>
            <a:r>
              <a:rPr lang="en-US" sz="3200" dirty="0">
                <a:solidFill>
                  <a:schemeClr val="tx1">
                    <a:lumMod val="95000"/>
                    <a:lumOff val="5000"/>
                  </a:schemeClr>
                </a:solidFill>
                <a:ea typeface="Calibri" panose="020F0502020204030204" pitchFamily="34" charset="0"/>
                <a:cs typeface="Times New Roman" panose="02020603050405020304" pitchFamily="18" charset="0"/>
              </a:rPr>
              <a:t>.pem</a:t>
            </a:r>
            <a:endParaRPr lang="en-US" sz="32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1089025" lvl="2" indent="0">
              <a:buNone/>
            </a:pPr>
            <a:endParaRPr lang="en-US" sz="3200" dirty="0">
              <a:ea typeface="Calibri" panose="020F0502020204030204" pitchFamily="34" charset="0"/>
              <a:cs typeface="Times New Roman" panose="02020603050405020304" pitchFamily="18" charset="0"/>
            </a:endParaRPr>
          </a:p>
          <a:p>
            <a:pPr marL="1089025" lvl="2" indent="0">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1089025" lvl="2" indent="0">
              <a:buNone/>
            </a:pPr>
            <a:endParaRPr lang="en-US" sz="3200" dirty="0">
              <a:ea typeface="Calibri" panose="020F0502020204030204" pitchFamily="34" charset="0"/>
              <a:cs typeface="Times New Roman" panose="02020603050405020304" pitchFamily="18" charset="0"/>
            </a:endParaRPr>
          </a:p>
          <a:p>
            <a:pPr marL="1089025" lvl="2" indent="0">
              <a:buNone/>
            </a:pPr>
            <a:endParaRPr lang="en-US" sz="32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159738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normAutofit lnSpcReduction="10000"/>
          </a:bodyPr>
          <a:lstStyle/>
          <a:p>
            <a:pPr algn="l"/>
            <a:r>
              <a:rPr lang="en-US" b="1" dirty="0">
                <a:solidFill>
                  <a:schemeClr val="tx1">
                    <a:lumMod val="95000"/>
                    <a:lumOff val="5000"/>
                  </a:schemeClr>
                </a:solidFill>
                <a:effectLst/>
                <a:latin typeface="Times New Roman" panose="02020603050405020304" pitchFamily="18" charset="0"/>
                <a:cs typeface="Times New Roman" panose="02020603050405020304" pitchFamily="18" charset="0"/>
              </a:rPr>
              <a:t>Creating the Client's Certificate and Keys:</a:t>
            </a:r>
          </a:p>
          <a:p>
            <a:pPr marL="0" indent="0" algn="l">
              <a:buNone/>
            </a:pPr>
            <a:endParaRPr lang="en-US"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Generate the private key and certificate request:</a:t>
            </a:r>
          </a:p>
          <a:p>
            <a:pPr lvl="2"/>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Openssl req –newkey rsa:2048 –nodes –days 365 –keyout </a:t>
            </a:r>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client</a:t>
            </a:r>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-key.pem –out </a:t>
            </a:r>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client</a:t>
            </a:r>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-req.pem</a:t>
            </a:r>
          </a:p>
          <a:p>
            <a:pPr lvl="2"/>
            <a:endPar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lvl="1"/>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Generate the X509 certificate for the client:</a:t>
            </a:r>
          </a:p>
          <a:p>
            <a:pPr lvl="2"/>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Openssl x509 req –days 365  -set-serial 01 –in </a:t>
            </a:r>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client</a:t>
            </a:r>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-req.pem –out </a:t>
            </a:r>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client</a:t>
            </a:r>
            <a:r>
              <a:rPr lang="en-US" sz="32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-cert.pem –ca ca-cert.pem –CAkey ca-key.pem</a:t>
            </a:r>
          </a:p>
          <a:p>
            <a:pPr marL="1089025" lvl="2" indent="0">
              <a:buNone/>
            </a:pPr>
            <a:endPar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lvl="1"/>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Verify the client certificate:</a:t>
            </a:r>
          </a:p>
          <a:p>
            <a:pPr lvl="2"/>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Openssl verify –CA file ca-cert.pem </a:t>
            </a:r>
            <a:r>
              <a:rPr lang="en-US" sz="3200" dirty="0" err="1">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ca-cert.pem</a:t>
            </a:r>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client-cert.pem</a:t>
            </a:r>
          </a:p>
          <a:p>
            <a:pPr marL="1089025" lvl="2" indent="0">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1089025" lvl="2" indent="0">
              <a:buNone/>
            </a:pPr>
            <a:endParaRPr lang="en-US" sz="1600" dirty="0">
              <a:ea typeface="Calibri" panose="020F0502020204030204" pitchFamily="34" charset="0"/>
              <a:cs typeface="Times New Roman" panose="02020603050405020304" pitchFamily="18" charset="0"/>
            </a:endParaRPr>
          </a:p>
          <a:p>
            <a:pPr marL="1089025" lvl="2" indent="0">
              <a:buNone/>
            </a:pPr>
            <a:endParaRPr lang="en-US" sz="16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180594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normAutofit/>
          </a:bodyPr>
          <a:lstStyle/>
          <a:p>
            <a:r>
              <a:rPr lang="en-US" sz="3200" b="1"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Connecting client and server with certificate with TLS</a:t>
            </a:r>
            <a:r>
              <a:rPr lang="en-US" b="1"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marL="0" indent="0" algn="l">
              <a:buNone/>
            </a:pPr>
            <a:endParaRPr lang="en-US"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server end </a:t>
            </a:r>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lvl="2"/>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openssl s_server –accept 4433 –cert server-cert.pem –key server-key.pem –debug –state –verify 1</a:t>
            </a:r>
          </a:p>
          <a:p>
            <a:pPr lvl="1"/>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client end </a:t>
            </a:r>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lvl="2"/>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openssl s_client –showcert –connect 10.91.240.147:4433 –cert client-cert.pem –key client-key.pem –debug –msg –state</a:t>
            </a:r>
            <a:endPar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1089025" lvl="2" indent="0">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1089025" lvl="2" indent="0">
              <a:buNone/>
            </a:pPr>
            <a:endParaRPr lang="en-US" sz="1600" dirty="0">
              <a:ea typeface="Calibri" panose="020F0502020204030204" pitchFamily="34" charset="0"/>
              <a:cs typeface="Times New Roman" panose="02020603050405020304" pitchFamily="18" charset="0"/>
            </a:endParaRPr>
          </a:p>
          <a:p>
            <a:pPr marL="1089025" lvl="2" indent="0">
              <a:buNone/>
            </a:pPr>
            <a:endParaRPr lang="en-US" sz="16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197411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E04-2DCA-4CE4-AF75-B9EC5F4D31C5}"/>
              </a:ext>
            </a:extLst>
          </p:cNvPr>
          <p:cNvSpPr>
            <a:spLocks noGrp="1"/>
          </p:cNvSpPr>
          <p:nvPr>
            <p:ph type="title"/>
          </p:nvPr>
        </p:nvSpPr>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818DED3-B17F-4458-940E-51ED958D8FB5}"/>
              </a:ext>
            </a:extLst>
          </p:cNvPr>
          <p:cNvSpPr>
            <a:spLocks noGrp="1"/>
          </p:cNvSpPr>
          <p:nvPr>
            <p:ph idx="1"/>
          </p:nvPr>
        </p:nvSpPr>
        <p:spPr/>
        <p:txBody>
          <a:bodyPr>
            <a:normAutofit/>
          </a:bodyPr>
          <a:lstStyle/>
          <a:p>
            <a:r>
              <a:rPr lang="en-US" sz="3200" b="1"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Connecting client and server with certificate with DTLS</a:t>
            </a:r>
            <a:r>
              <a:rPr lang="en-US" b="1"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marL="0" indent="0" algn="l">
              <a:buNone/>
            </a:pPr>
            <a:endParaRPr lang="en-US"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server end </a:t>
            </a:r>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lvl="2"/>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openssl s_server –accept 4433 –cert server-cert.pem –key server-key.pem –debug –state –verify 1 –dtls</a:t>
            </a:r>
          </a:p>
          <a:p>
            <a:pPr lvl="1"/>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client end </a:t>
            </a:r>
            <a:r>
              <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lvl="2"/>
            <a:r>
              <a:rPr lang="en-US" sz="32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openssl s_client –showcert –connect 10.91.240.147:4433 –cert client-cert.pem –key client-key.pem –debug –msg –state –dtls </a:t>
            </a:r>
            <a:endParaRPr lang="en-US" sz="32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1089025" lvl="2" indent="0">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1089025" lvl="2" indent="0">
              <a:buNone/>
            </a:pPr>
            <a:endParaRPr lang="en-US" sz="1600" dirty="0">
              <a:ea typeface="Calibri" panose="020F0502020204030204" pitchFamily="34" charset="0"/>
              <a:cs typeface="Times New Roman" panose="02020603050405020304" pitchFamily="18" charset="0"/>
            </a:endParaRPr>
          </a:p>
          <a:p>
            <a:pPr marL="1089025" lvl="2" indent="0">
              <a:buNone/>
            </a:pPr>
            <a:endParaRPr lang="en-US" sz="16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709184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lobalEdge-Capgemini">
  <a:themeElements>
    <a:clrScheme name="GlobalEdge -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3DD"/>
      </a:hlink>
      <a:folHlink>
        <a:srgbClr val="800080"/>
      </a:folHlink>
    </a:clrScheme>
    <a:fontScheme name="Official GlobalEdge">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68265" tIns="34134" rIns="68265" bIns="34134" rtlCol="0" anchor="ctr">
        <a:spAutoFit/>
      </a:bodyPr>
      <a:lstStyle>
        <a:defPPr marL="0" marR="0" indent="0" algn="ctr" defTabSz="682653" rtl="0" eaLnBrk="1" fontAlgn="auto" latinLnBrk="0" hangingPunct="1">
          <a:lnSpc>
            <a:spcPct val="100000"/>
          </a:lnSpc>
          <a:spcBef>
            <a:spcPts val="0"/>
          </a:spcBef>
          <a:spcAft>
            <a:spcPts val="0"/>
          </a:spcAft>
          <a:buClrTx/>
          <a:buSzTx/>
          <a:buFontTx/>
          <a:buNone/>
          <a:tabLst/>
          <a:defRPr kumimoji="0" sz="1800" b="0" i="1" u="none" strike="noStrike" kern="1200" cap="none" spc="0" normalizeH="0" baseline="0" noProof="0" dirty="0" smtClean="0">
            <a:ln>
              <a:noFill/>
            </a:ln>
            <a:solidFill>
              <a:srgbClr val="1F1A17"/>
            </a:solidFill>
            <a:effectLst/>
            <a:uLnTx/>
            <a:uFillTx/>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CAPID-TMPL-Presentation-v1.x.potx" id="{08087A0D-1DB0-41AA-B915-89583B14737C}" vid="{74730B91-75AE-4839-A7AB-FE0BA1D4EE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41C272DD5D204C83CC463961EF5D7A" ma:contentTypeVersion="17" ma:contentTypeDescription="Create a new document." ma:contentTypeScope="" ma:versionID="99712b4a81141db2b13073c23536a907">
  <xsd:schema xmlns:xsd="http://www.w3.org/2001/XMLSchema" xmlns:xs="http://www.w3.org/2001/XMLSchema" xmlns:p="http://schemas.microsoft.com/office/2006/metadata/properties" xmlns:ns2="f6f135c7-3741-4c75-86d1-4c5daae17e28" xmlns:ns3="41ddf7a7-e9ab-499f-80bc-433f918d1ba4" targetNamespace="http://schemas.microsoft.com/office/2006/metadata/properties" ma:root="true" ma:fieldsID="6f6a89f8e711dfc45e269d7295ee25fd" ns2:_="" ns3:_="">
    <xsd:import namespace="f6f135c7-3741-4c75-86d1-4c5daae17e28"/>
    <xsd:import namespace="41ddf7a7-e9ab-499f-80bc-433f918d1ba4"/>
    <xsd:element name="properties">
      <xsd:complexType>
        <xsd:sequence>
          <xsd:element name="documentManagement">
            <xsd:complexType>
              <xsd:all>
                <xsd:element ref="ns2:SharedWithUsers" minOccurs="0"/>
                <xsd:element ref="ns2:SharedWithDetails" minOccurs="0"/>
                <xsd:element ref="ns3:fnev"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f135c7-3741-4c75-86d1-4c5daae17e28"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1ddf7a7-e9ab-499f-80bc-433f918d1ba4" elementFormDefault="qualified">
    <xsd:import namespace="http://schemas.microsoft.com/office/2006/documentManagement/types"/>
    <xsd:import namespace="http://schemas.microsoft.com/office/infopath/2007/PartnerControls"/>
    <xsd:element name="fnev" ma:index="6" nillable="true" ma:displayName="Date and Time" ma:format="DateTime" ma:internalName="fnev" ma:readOnly="false">
      <xsd:simpleType>
        <xsd:restriction base="dms:DateTime"/>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9"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nev xmlns="41ddf7a7-e9ab-499f-80bc-433f918d1ba4" xsi:nil="true"/>
    <SharedWithUsers xmlns="f6f135c7-3741-4c75-86d1-4c5daae17e28">
      <UserInfo>
        <DisplayName>Carvalho, Ian</DisplayName>
        <AccountId>109</AccountId>
        <AccountType/>
      </UserInfo>
      <UserInfo>
        <DisplayName>Eranna, Vinay</DisplayName>
        <AccountId>88</AccountId>
        <AccountType/>
      </UserInfo>
      <UserInfo>
        <DisplayName>Hassan, Santhosh Janardhana</DisplayName>
        <AccountId>184</AccountId>
        <AccountType/>
      </UserInfo>
      <UserInfo>
        <DisplayName>Bramhapuriya, Deepak</DisplayName>
        <AccountId>91</AccountId>
        <AccountType/>
      </UserInfo>
      <UserInfo>
        <DisplayName>Kulkarni, Ravindra</DisplayName>
        <AccountId>1214</AccountId>
        <AccountType/>
      </UserInfo>
      <UserInfo>
        <DisplayName>VERNEKAR, Ravikiran</DisplayName>
        <AccountId>102</AccountId>
        <AccountType/>
      </UserInfo>
      <UserInfo>
        <DisplayName>Galagali, Sudhananda</DisplayName>
        <AccountId>87</AccountId>
        <AccountType/>
      </UserInfo>
      <UserInfo>
        <DisplayName>Ajay Kumar, Valiveru</DisplayName>
        <AccountId>76</AccountId>
        <AccountType/>
      </UserInfo>
      <UserInfo>
        <DisplayName>Narayanappa, Manjunatha</DisplayName>
        <AccountId>82</AccountId>
        <AccountType/>
      </UserInfo>
      <UserInfo>
        <DisplayName>G H, Gurusidhesh</DisplayName>
        <AccountId>78</AccountId>
        <AccountType/>
      </UserInfo>
      <UserInfo>
        <DisplayName>Tsama, Ram Kiran</DisplayName>
        <AccountId>147</AccountId>
        <AccountType/>
      </UserInfo>
    </SharedWithUsers>
  </documentManagement>
</p:properties>
</file>

<file path=customXml/itemProps1.xml><?xml version="1.0" encoding="utf-8"?>
<ds:datastoreItem xmlns:ds="http://schemas.openxmlformats.org/officeDocument/2006/customXml" ds:itemID="{D29EA1DB-7AAE-47A5-97D4-2AEC23CA7EF6}">
  <ds:schemaRefs>
    <ds:schemaRef ds:uri="41ddf7a7-e9ab-499f-80bc-433f918d1ba4"/>
    <ds:schemaRef ds:uri="f6f135c7-3741-4c75-86d1-4c5daae17e2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44EC01E-2ECC-4A53-AF33-D923A5C1DF2D}">
  <ds:schemaRefs>
    <ds:schemaRef ds:uri="http://schemas.microsoft.com/sharepoint/v3/contenttype/forms"/>
  </ds:schemaRefs>
</ds:datastoreItem>
</file>

<file path=customXml/itemProps3.xml><?xml version="1.0" encoding="utf-8"?>
<ds:datastoreItem xmlns:ds="http://schemas.openxmlformats.org/officeDocument/2006/customXml" ds:itemID="{6E9659C1-08C7-4C84-A9E3-BEDB15E94DA6}">
  <ds:schemaRefs>
    <ds:schemaRef ds:uri="http://schemas.microsoft.com/office/infopath/2007/PartnerControls"/>
    <ds:schemaRef ds:uri="http://purl.org/dc/terms/"/>
    <ds:schemaRef ds:uri="http://schemas.microsoft.com/office/2006/documentManagement/types"/>
    <ds:schemaRef ds:uri="http://schemas.microsoft.com/office/2006/metadata/properties"/>
    <ds:schemaRef ds:uri="http://www.w3.org/XML/1998/namespace"/>
    <ds:schemaRef ds:uri="f6f135c7-3741-4c75-86d1-4c5daae17e28"/>
    <ds:schemaRef ds:uri="http://schemas.openxmlformats.org/package/2006/metadata/core-properties"/>
    <ds:schemaRef ds:uri="41ddf7a7-e9ab-499f-80bc-433f918d1ba4"/>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GESCAP-TMPL-Presentation-v1.1</Template>
  <TotalTime>3160</TotalTime>
  <Words>2789</Words>
  <Application>Microsoft Office PowerPoint</Application>
  <PresentationFormat>Custom</PresentationFormat>
  <Paragraphs>289</Paragraphs>
  <Slides>49</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1" baseType="lpstr">
      <vt:lpstr>Abadi</vt:lpstr>
      <vt:lpstr>Arial</vt:lpstr>
      <vt:lpstr>Calibri</vt:lpstr>
      <vt:lpstr>Century Gothic</vt:lpstr>
      <vt:lpstr>Conv_segoeui_regular</vt:lpstr>
      <vt:lpstr>Times New Roman</vt:lpstr>
      <vt:lpstr>Ubuntu</vt:lpstr>
      <vt:lpstr>urw-din</vt:lpstr>
      <vt:lpstr>Wingdings</vt:lpstr>
      <vt:lpstr>Wingdings 2</vt:lpstr>
      <vt:lpstr>GlobalEdge-Capgemini</vt:lpstr>
      <vt:lpstr>think-cell Slide</vt:lpstr>
      <vt:lpstr> X.509 certificate </vt:lpstr>
      <vt:lpstr>What is certificate?</vt:lpstr>
      <vt:lpstr>Why we need Certificate?</vt:lpstr>
      <vt:lpstr>Normal TLS connection</vt:lpstr>
      <vt:lpstr>Problem in TLS</vt:lpstr>
      <vt:lpstr>Generating Certificate</vt:lpstr>
      <vt:lpstr>Hacker lost</vt:lpstr>
      <vt:lpstr>What is Certificate Chain of Trust?</vt:lpstr>
      <vt:lpstr>Certificate Chain</vt:lpstr>
      <vt:lpstr>Root CA Certificate</vt:lpstr>
      <vt:lpstr>Intermediate CA certificate</vt:lpstr>
      <vt:lpstr>End entity certificate </vt:lpstr>
      <vt:lpstr>FIELDS IN X.509 CERTIFICATES :-</vt:lpstr>
      <vt:lpstr>CONT..</vt:lpstr>
      <vt:lpstr>CONT..</vt:lpstr>
      <vt:lpstr>Signature Algorithm identifier :-</vt:lpstr>
      <vt:lpstr>CONT…</vt:lpstr>
      <vt:lpstr>CONT…</vt:lpstr>
      <vt:lpstr>CONT…</vt:lpstr>
      <vt:lpstr>CONT…</vt:lpstr>
      <vt:lpstr>Overview of certificate creation</vt:lpstr>
      <vt:lpstr>Continue………..</vt:lpstr>
      <vt:lpstr>X.509 Certificate Mechanism</vt:lpstr>
      <vt:lpstr>How certificate works between server and client</vt:lpstr>
      <vt:lpstr>Verify the digital signature:</vt:lpstr>
      <vt:lpstr>Conti………</vt:lpstr>
      <vt:lpstr>Handshake process:</vt:lpstr>
      <vt:lpstr>Cont…</vt:lpstr>
      <vt:lpstr>Symmetric Encryption  </vt:lpstr>
      <vt:lpstr>(Cont…)</vt:lpstr>
      <vt:lpstr>(Cont…)</vt:lpstr>
      <vt:lpstr>(Cont…)</vt:lpstr>
      <vt:lpstr>Asymmetric Encryption</vt:lpstr>
      <vt:lpstr>(Cont…)</vt:lpstr>
      <vt:lpstr>(Cont…)</vt:lpstr>
      <vt:lpstr>(Cont…)</vt:lpstr>
      <vt:lpstr>TLS</vt:lpstr>
      <vt:lpstr>TLS Handshake</vt:lpstr>
      <vt:lpstr>(Cont…)</vt:lpstr>
      <vt:lpstr>DTLS</vt:lpstr>
      <vt:lpstr>DTLS Handshake</vt:lpstr>
      <vt:lpstr>(Cont…)</vt:lpstr>
      <vt:lpstr>(Cont…)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NXP – New Project</dc:title>
  <dc:creator>Ian Carvalho</dc:creator>
  <cp:lastModifiedBy>Raja, Vignesh</cp:lastModifiedBy>
  <cp:revision>32</cp:revision>
  <dcterms:created xsi:type="dcterms:W3CDTF">2021-08-05T16:31:37Z</dcterms:created>
  <dcterms:modified xsi:type="dcterms:W3CDTF">2023-02-15T10:43:28Z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0x010100A241C272DD5D204C83CC463961EF5D7A</vt:lpwstr>
  </property>
</Properties>
</file>